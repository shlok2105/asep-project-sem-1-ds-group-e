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65" r:id="rId4"/>
    <p:sldId id="259" r:id="rId5"/>
    <p:sldId id="260" r:id="rId6"/>
    <p:sldId id="264" r:id="rId7"/>
    <p:sldId id="261" r:id="rId8"/>
    <p:sldId id="266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F30963-C2EA-4045-BC75-5A5066861449}" v="18" dt="2026-01-16T17:37:12.707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4A4CBF-9A47-4781-B868-F7F7A7DDDD58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899F3D2-1A77-4FE7-90DC-C50E259A7E53}">
      <dgm:prSet/>
      <dgm:spPr/>
      <dgm:t>
        <a:bodyPr/>
        <a:lstStyle/>
        <a:p>
          <a:r>
            <a:rPr lang="en-IN"/>
            <a:t>START</a:t>
          </a:r>
        </a:p>
      </dgm:t>
    </dgm:pt>
    <dgm:pt modelId="{8738ED45-9C94-4875-919E-DA94C5CC2114}" type="parTrans" cxnId="{153CA276-57A0-4461-9BB1-630D8724478D}">
      <dgm:prSet/>
      <dgm:spPr/>
      <dgm:t>
        <a:bodyPr/>
        <a:lstStyle/>
        <a:p>
          <a:endParaRPr lang="en-IN"/>
        </a:p>
      </dgm:t>
    </dgm:pt>
    <dgm:pt modelId="{8510A72C-4888-47F8-BE5E-06634E1CD587}" type="sibTrans" cxnId="{153CA276-57A0-4461-9BB1-630D8724478D}">
      <dgm:prSet/>
      <dgm:spPr/>
      <dgm:t>
        <a:bodyPr/>
        <a:lstStyle/>
        <a:p>
          <a:endParaRPr lang="en-IN"/>
        </a:p>
      </dgm:t>
    </dgm:pt>
    <dgm:pt modelId="{1FF5B0D6-91D7-48D3-A12C-309900CD49FD}">
      <dgm:prSet/>
      <dgm:spPr/>
      <dgm:t>
        <a:bodyPr/>
        <a:lstStyle/>
        <a:p>
          <a:r>
            <a:rPr lang="en-IN" dirty="0"/>
            <a:t>User Opens Web App (Frontend)</a:t>
          </a:r>
        </a:p>
      </dgm:t>
    </dgm:pt>
    <dgm:pt modelId="{DFAB6749-E36B-4B0F-B8B4-309A0B48DCF2}" type="parTrans" cxnId="{26FE990F-4AA9-42A7-92CB-239698180D4D}">
      <dgm:prSet/>
      <dgm:spPr/>
      <dgm:t>
        <a:bodyPr/>
        <a:lstStyle/>
        <a:p>
          <a:endParaRPr lang="en-IN"/>
        </a:p>
      </dgm:t>
    </dgm:pt>
    <dgm:pt modelId="{DCF986EB-5788-4DE7-A59B-A8E761459F55}" type="sibTrans" cxnId="{26FE990F-4AA9-42A7-92CB-239698180D4D}">
      <dgm:prSet/>
      <dgm:spPr/>
      <dgm:t>
        <a:bodyPr/>
        <a:lstStyle/>
        <a:p>
          <a:endParaRPr lang="en-IN"/>
        </a:p>
      </dgm:t>
    </dgm:pt>
    <dgm:pt modelId="{F0183B60-D3D6-42FD-8242-2292F87C68B2}">
      <dgm:prSet/>
      <dgm:spPr/>
      <dgm:t>
        <a:bodyPr/>
        <a:lstStyle/>
        <a:p>
          <a:r>
            <a:rPr lang="en-IN"/>
            <a:t>↓</a:t>
          </a:r>
        </a:p>
      </dgm:t>
    </dgm:pt>
    <dgm:pt modelId="{974AD76A-0EF4-4D18-91FF-BE51335EA734}" type="parTrans" cxnId="{465C9952-A1B0-43E1-B7D7-14BE645DA7F9}">
      <dgm:prSet/>
      <dgm:spPr/>
      <dgm:t>
        <a:bodyPr/>
        <a:lstStyle/>
        <a:p>
          <a:endParaRPr lang="en-IN"/>
        </a:p>
      </dgm:t>
    </dgm:pt>
    <dgm:pt modelId="{79B155E8-F88E-4A46-8E64-EBAE70BA7AD2}" type="sibTrans" cxnId="{465C9952-A1B0-43E1-B7D7-14BE645DA7F9}">
      <dgm:prSet/>
      <dgm:spPr/>
      <dgm:t>
        <a:bodyPr/>
        <a:lstStyle/>
        <a:p>
          <a:endParaRPr lang="en-IN"/>
        </a:p>
      </dgm:t>
    </dgm:pt>
    <dgm:pt modelId="{BA7D634A-A8E1-4214-9018-EBD5C73A5040}">
      <dgm:prSet/>
      <dgm:spPr/>
      <dgm:t>
        <a:bodyPr/>
        <a:lstStyle/>
        <a:p>
          <a:r>
            <a:rPr lang="en-IN"/>
            <a:t>User Enters Details</a:t>
          </a:r>
        </a:p>
      </dgm:t>
    </dgm:pt>
    <dgm:pt modelId="{22962A84-EB30-4CA0-B300-1F3BDB7E69C7}" type="parTrans" cxnId="{119AD552-9DDE-4C61-B6F3-4AA4EE60A8C0}">
      <dgm:prSet/>
      <dgm:spPr/>
      <dgm:t>
        <a:bodyPr/>
        <a:lstStyle/>
        <a:p>
          <a:endParaRPr lang="en-IN"/>
        </a:p>
      </dgm:t>
    </dgm:pt>
    <dgm:pt modelId="{AA292C9E-D905-45E6-84FA-02EF01F3F9A6}" type="sibTrans" cxnId="{119AD552-9DDE-4C61-B6F3-4AA4EE60A8C0}">
      <dgm:prSet/>
      <dgm:spPr/>
      <dgm:t>
        <a:bodyPr/>
        <a:lstStyle/>
        <a:p>
          <a:endParaRPr lang="en-IN"/>
        </a:p>
      </dgm:t>
    </dgm:pt>
    <dgm:pt modelId="{12219612-88DF-42F8-B09E-E24E35F79129}">
      <dgm:prSet/>
      <dgm:spPr/>
      <dgm:t>
        <a:bodyPr/>
        <a:lstStyle/>
        <a:p>
          <a:r>
            <a:rPr lang="en-IN"/>
            <a:t>↓</a:t>
          </a:r>
        </a:p>
      </dgm:t>
    </dgm:pt>
    <dgm:pt modelId="{7E4468BE-83B7-4C6D-BCE3-9528A3B1B88D}" type="parTrans" cxnId="{9B630A75-901B-447C-A103-588AADC6A552}">
      <dgm:prSet/>
      <dgm:spPr/>
      <dgm:t>
        <a:bodyPr/>
        <a:lstStyle/>
        <a:p>
          <a:endParaRPr lang="en-IN"/>
        </a:p>
      </dgm:t>
    </dgm:pt>
    <dgm:pt modelId="{EB1E2987-A3E3-4415-80F0-33704E2AFEBC}" type="sibTrans" cxnId="{9B630A75-901B-447C-A103-588AADC6A552}">
      <dgm:prSet/>
      <dgm:spPr/>
      <dgm:t>
        <a:bodyPr/>
        <a:lstStyle/>
        <a:p>
          <a:endParaRPr lang="en-IN"/>
        </a:p>
      </dgm:t>
    </dgm:pt>
    <dgm:pt modelId="{D623173E-70B9-45E7-B300-2593336AAB60}">
      <dgm:prSet/>
      <dgm:spPr/>
      <dgm:t>
        <a:bodyPr/>
        <a:lstStyle/>
        <a:p>
          <a:r>
            <a:rPr lang="en-IN"/>
            <a:t>Data Sent to Flask Backend</a:t>
          </a:r>
        </a:p>
      </dgm:t>
    </dgm:pt>
    <dgm:pt modelId="{5805BB27-7652-4A84-9AEE-E73129DE26E0}" type="parTrans" cxnId="{0A88BD58-5FD1-4B4D-BAAA-326082B0E555}">
      <dgm:prSet/>
      <dgm:spPr/>
      <dgm:t>
        <a:bodyPr/>
        <a:lstStyle/>
        <a:p>
          <a:endParaRPr lang="en-IN"/>
        </a:p>
      </dgm:t>
    </dgm:pt>
    <dgm:pt modelId="{5E5A1928-7037-4BFA-851C-BFD112B3B1B0}" type="sibTrans" cxnId="{0A88BD58-5FD1-4B4D-BAAA-326082B0E555}">
      <dgm:prSet/>
      <dgm:spPr/>
      <dgm:t>
        <a:bodyPr/>
        <a:lstStyle/>
        <a:p>
          <a:endParaRPr lang="en-IN"/>
        </a:p>
      </dgm:t>
    </dgm:pt>
    <dgm:pt modelId="{02DE7EB6-4F67-4C21-B945-909F5CF1DA29}">
      <dgm:prSet/>
      <dgm:spPr/>
      <dgm:t>
        <a:bodyPr/>
        <a:lstStyle/>
        <a:p>
          <a:r>
            <a:rPr lang="en-IN"/>
            <a:t>↓</a:t>
          </a:r>
        </a:p>
      </dgm:t>
    </dgm:pt>
    <dgm:pt modelId="{7BD7A6D3-D50E-48F6-9648-6CF54A180368}" type="parTrans" cxnId="{87E95E1C-7A12-42D9-B25A-E8409CB52106}">
      <dgm:prSet/>
      <dgm:spPr/>
      <dgm:t>
        <a:bodyPr/>
        <a:lstStyle/>
        <a:p>
          <a:endParaRPr lang="en-IN"/>
        </a:p>
      </dgm:t>
    </dgm:pt>
    <dgm:pt modelId="{575C60D8-086C-433B-9874-FB77E8AC98D2}" type="sibTrans" cxnId="{87E95E1C-7A12-42D9-B25A-E8409CB52106}">
      <dgm:prSet/>
      <dgm:spPr/>
      <dgm:t>
        <a:bodyPr/>
        <a:lstStyle/>
        <a:p>
          <a:endParaRPr lang="en-IN"/>
        </a:p>
      </dgm:t>
    </dgm:pt>
    <dgm:pt modelId="{3B892233-9379-4BEA-ACBB-B8E8ABA0403A}">
      <dgm:prSet/>
      <dgm:spPr/>
      <dgm:t>
        <a:bodyPr/>
        <a:lstStyle/>
        <a:p>
          <a:r>
            <a:rPr lang="en-IN"/>
            <a:t>Metric Calculations (Python Logic)</a:t>
          </a:r>
        </a:p>
      </dgm:t>
    </dgm:pt>
    <dgm:pt modelId="{B43BC28F-0A16-4232-9EDE-4BE3A0327176}" type="parTrans" cxnId="{E5D87731-2212-4D54-B7EB-A6F618637BA3}">
      <dgm:prSet/>
      <dgm:spPr/>
      <dgm:t>
        <a:bodyPr/>
        <a:lstStyle/>
        <a:p>
          <a:endParaRPr lang="en-IN"/>
        </a:p>
      </dgm:t>
    </dgm:pt>
    <dgm:pt modelId="{EE8FC699-CAF8-409E-8A59-E82EBC5C1332}" type="sibTrans" cxnId="{E5D87731-2212-4D54-B7EB-A6F618637BA3}">
      <dgm:prSet/>
      <dgm:spPr/>
      <dgm:t>
        <a:bodyPr/>
        <a:lstStyle/>
        <a:p>
          <a:endParaRPr lang="en-IN"/>
        </a:p>
      </dgm:t>
    </dgm:pt>
    <dgm:pt modelId="{C90453D5-D703-4EEB-A07A-277D624CA0D3}">
      <dgm:prSet/>
      <dgm:spPr/>
      <dgm:t>
        <a:bodyPr/>
        <a:lstStyle/>
        <a:p>
          <a:r>
            <a:rPr lang="en-IN"/>
            <a:t>↓</a:t>
          </a:r>
        </a:p>
      </dgm:t>
    </dgm:pt>
    <dgm:pt modelId="{BC324D16-E178-4945-8833-33D83CC31DCC}" type="parTrans" cxnId="{EFCF15B0-2036-4FB7-8995-6DD88360DA48}">
      <dgm:prSet/>
      <dgm:spPr/>
      <dgm:t>
        <a:bodyPr/>
        <a:lstStyle/>
        <a:p>
          <a:endParaRPr lang="en-IN"/>
        </a:p>
      </dgm:t>
    </dgm:pt>
    <dgm:pt modelId="{27A18ADB-71FD-476E-ACBD-18FCD62E4782}" type="sibTrans" cxnId="{EFCF15B0-2036-4FB7-8995-6DD88360DA48}">
      <dgm:prSet/>
      <dgm:spPr/>
      <dgm:t>
        <a:bodyPr/>
        <a:lstStyle/>
        <a:p>
          <a:endParaRPr lang="en-IN"/>
        </a:p>
      </dgm:t>
    </dgm:pt>
    <dgm:pt modelId="{48D15B65-CD0C-4D0B-937B-2F1B53CC6364}">
      <dgm:prSet/>
      <dgm:spPr/>
      <dgm:t>
        <a:bodyPr/>
        <a:lstStyle/>
        <a:p>
          <a:r>
            <a:rPr lang="en-IN" dirty="0"/>
            <a:t>Check AI Engine Status</a:t>
          </a:r>
        </a:p>
      </dgm:t>
    </dgm:pt>
    <dgm:pt modelId="{1017AEA3-0C74-417C-8B83-8B235B77579F}" type="parTrans" cxnId="{7687D421-59B4-41B2-B7DA-D5F2457C78EE}">
      <dgm:prSet/>
      <dgm:spPr/>
      <dgm:t>
        <a:bodyPr/>
        <a:lstStyle/>
        <a:p>
          <a:endParaRPr lang="en-IN"/>
        </a:p>
      </dgm:t>
    </dgm:pt>
    <dgm:pt modelId="{3C5B55C2-941D-458E-9B9F-743B789626BA}" type="sibTrans" cxnId="{7687D421-59B4-41B2-B7DA-D5F2457C78EE}">
      <dgm:prSet/>
      <dgm:spPr/>
      <dgm:t>
        <a:bodyPr/>
        <a:lstStyle/>
        <a:p>
          <a:endParaRPr lang="en-IN"/>
        </a:p>
      </dgm:t>
    </dgm:pt>
    <dgm:pt modelId="{FF5D38B1-202C-43FC-84BA-44973FAEA1C5}">
      <dgm:prSet/>
      <dgm:spPr/>
      <dgm:t>
        <a:bodyPr/>
        <a:lstStyle/>
        <a:p>
          <a:r>
            <a:rPr lang="en-IN"/>
            <a:t>↓</a:t>
          </a:r>
        </a:p>
      </dgm:t>
    </dgm:pt>
    <dgm:pt modelId="{74C0EFC4-6B8D-47FC-801A-3BA5D4125811}" type="sibTrans" cxnId="{31892CB5-974E-4991-AC8B-FE014ACAB9F9}">
      <dgm:prSet/>
      <dgm:spPr/>
      <dgm:t>
        <a:bodyPr/>
        <a:lstStyle/>
        <a:p>
          <a:endParaRPr lang="en-IN"/>
        </a:p>
      </dgm:t>
    </dgm:pt>
    <dgm:pt modelId="{91213318-689A-4FC1-8262-3676B4211619}" type="parTrans" cxnId="{31892CB5-974E-4991-AC8B-FE014ACAB9F9}">
      <dgm:prSet/>
      <dgm:spPr/>
      <dgm:t>
        <a:bodyPr/>
        <a:lstStyle/>
        <a:p>
          <a:endParaRPr lang="en-IN"/>
        </a:p>
      </dgm:t>
    </dgm:pt>
    <dgm:pt modelId="{5C3D53EC-FDC2-4322-AD34-5D8923839DD1}">
      <dgm:prSet/>
      <dgm:spPr/>
      <dgm:t>
        <a:bodyPr/>
        <a:lstStyle/>
        <a:p>
          <a:r>
            <a:rPr lang="en-IN"/>
            <a:t>(Age, Gender, Height, Weight, Goal)</a:t>
          </a:r>
        </a:p>
      </dgm:t>
    </dgm:pt>
    <dgm:pt modelId="{61B65831-592D-4DF3-BFDE-08B92987C237}" type="parTrans" cxnId="{DABDCFAE-EEDE-4957-9D07-5B7FBEAF44ED}">
      <dgm:prSet/>
      <dgm:spPr/>
      <dgm:t>
        <a:bodyPr/>
        <a:lstStyle/>
        <a:p>
          <a:endParaRPr lang="en-IN"/>
        </a:p>
      </dgm:t>
    </dgm:pt>
    <dgm:pt modelId="{AF6F1EB7-8568-4799-B4B1-EAF0D4A74D1A}" type="sibTrans" cxnId="{DABDCFAE-EEDE-4957-9D07-5B7FBEAF44ED}">
      <dgm:prSet/>
      <dgm:spPr/>
      <dgm:t>
        <a:bodyPr/>
        <a:lstStyle/>
        <a:p>
          <a:endParaRPr lang="en-IN"/>
        </a:p>
      </dgm:t>
    </dgm:pt>
    <dgm:pt modelId="{40A880A9-AD0A-4A02-9AE6-5A6D92A82801}">
      <dgm:prSet/>
      <dgm:spPr/>
      <dgm:t>
        <a:bodyPr/>
        <a:lstStyle/>
        <a:p>
          <a:r>
            <a:rPr lang="en-IN"/>
            <a:t>(HTML + CSS + JavaScript)</a:t>
          </a:r>
        </a:p>
      </dgm:t>
    </dgm:pt>
    <dgm:pt modelId="{06817948-02A8-4868-824B-F23AE801D9FA}" type="parTrans" cxnId="{C679642F-7AA0-4053-AE7A-4028C961D545}">
      <dgm:prSet/>
      <dgm:spPr/>
      <dgm:t>
        <a:bodyPr/>
        <a:lstStyle/>
        <a:p>
          <a:endParaRPr lang="en-IN"/>
        </a:p>
      </dgm:t>
    </dgm:pt>
    <dgm:pt modelId="{43A5FB87-C01B-4636-886A-EFE737ADBDE6}" type="sibTrans" cxnId="{C679642F-7AA0-4053-AE7A-4028C961D545}">
      <dgm:prSet/>
      <dgm:spPr/>
      <dgm:t>
        <a:bodyPr/>
        <a:lstStyle/>
        <a:p>
          <a:endParaRPr lang="en-IN"/>
        </a:p>
      </dgm:t>
    </dgm:pt>
    <dgm:pt modelId="{8FF9C32E-ED0C-4CAD-A622-45224D1D7C0B}">
      <dgm:prSet/>
      <dgm:spPr/>
      <dgm:t>
        <a:bodyPr/>
        <a:lstStyle/>
        <a:p>
          <a:r>
            <a:rPr lang="en-IN" dirty="0"/>
            <a:t>→ BMI Calculation  → TDEE Calculation</a:t>
          </a:r>
        </a:p>
      </dgm:t>
    </dgm:pt>
    <dgm:pt modelId="{9884042B-E627-4CB2-8659-DABA7127C9BC}" type="parTrans" cxnId="{EDF42EE1-1622-40B5-B096-78AC75E11E1E}">
      <dgm:prSet/>
      <dgm:spPr/>
      <dgm:t>
        <a:bodyPr/>
        <a:lstStyle/>
        <a:p>
          <a:endParaRPr lang="en-IN"/>
        </a:p>
      </dgm:t>
    </dgm:pt>
    <dgm:pt modelId="{93B5AC6F-99B2-4C85-B665-01301DE94E50}" type="sibTrans" cxnId="{EDF42EE1-1622-40B5-B096-78AC75E11E1E}">
      <dgm:prSet/>
      <dgm:spPr/>
      <dgm:t>
        <a:bodyPr/>
        <a:lstStyle/>
        <a:p>
          <a:endParaRPr lang="en-IN"/>
        </a:p>
      </dgm:t>
    </dgm:pt>
    <dgm:pt modelId="{A606FDED-7DAF-434E-A9E7-0F67CC487E5A}" type="pres">
      <dgm:prSet presAssocID="{D24A4CBF-9A47-4781-B868-F7F7A7DDDD58}" presName="Name0" presStyleCnt="0">
        <dgm:presLayoutVars>
          <dgm:dir/>
          <dgm:animLvl val="lvl"/>
          <dgm:resizeHandles/>
        </dgm:presLayoutVars>
      </dgm:prSet>
      <dgm:spPr/>
    </dgm:pt>
    <dgm:pt modelId="{9E3490DC-3E79-4C13-8454-A452BB0EF0CF}" type="pres">
      <dgm:prSet presAssocID="{F899F3D2-1A77-4FE7-90DC-C50E259A7E53}" presName="linNode" presStyleCnt="0"/>
      <dgm:spPr/>
    </dgm:pt>
    <dgm:pt modelId="{B83978AD-A25F-43EE-810D-5DB5DBCCB96B}" type="pres">
      <dgm:prSet presAssocID="{F899F3D2-1A77-4FE7-90DC-C50E259A7E53}" presName="parentShp" presStyleLbl="node1" presStyleIdx="0" presStyleCnt="11">
        <dgm:presLayoutVars>
          <dgm:bulletEnabled val="1"/>
        </dgm:presLayoutVars>
      </dgm:prSet>
      <dgm:spPr/>
    </dgm:pt>
    <dgm:pt modelId="{DF44CEFA-1B0C-4691-8AF8-8141C86A7EC0}" type="pres">
      <dgm:prSet presAssocID="{F899F3D2-1A77-4FE7-90DC-C50E259A7E53}" presName="childShp" presStyleLbl="bgAccFollowNode1" presStyleIdx="0" presStyleCnt="11">
        <dgm:presLayoutVars>
          <dgm:bulletEnabled val="1"/>
        </dgm:presLayoutVars>
      </dgm:prSet>
      <dgm:spPr/>
    </dgm:pt>
    <dgm:pt modelId="{FFC09902-1D74-4B76-8DBE-5132E5A8A733}" type="pres">
      <dgm:prSet presAssocID="{8510A72C-4888-47F8-BE5E-06634E1CD587}" presName="spacing" presStyleCnt="0"/>
      <dgm:spPr/>
    </dgm:pt>
    <dgm:pt modelId="{CC386B18-DEF4-427D-B269-8A40B2501303}" type="pres">
      <dgm:prSet presAssocID="{FF5D38B1-202C-43FC-84BA-44973FAEA1C5}" presName="linNode" presStyleCnt="0"/>
      <dgm:spPr/>
    </dgm:pt>
    <dgm:pt modelId="{23134110-3F50-4410-91B8-6CE0767F4207}" type="pres">
      <dgm:prSet presAssocID="{FF5D38B1-202C-43FC-84BA-44973FAEA1C5}" presName="parentShp" presStyleLbl="node1" presStyleIdx="1" presStyleCnt="11">
        <dgm:presLayoutVars>
          <dgm:bulletEnabled val="1"/>
        </dgm:presLayoutVars>
      </dgm:prSet>
      <dgm:spPr/>
    </dgm:pt>
    <dgm:pt modelId="{4BFA335B-5478-4D2E-91A6-8C2C3DB594B1}" type="pres">
      <dgm:prSet presAssocID="{FF5D38B1-202C-43FC-84BA-44973FAEA1C5}" presName="childShp" presStyleLbl="bgAccFollowNode1" presStyleIdx="1" presStyleCnt="11">
        <dgm:presLayoutVars>
          <dgm:bulletEnabled val="1"/>
        </dgm:presLayoutVars>
      </dgm:prSet>
      <dgm:spPr/>
    </dgm:pt>
    <dgm:pt modelId="{4D273AD1-D939-4472-9AEE-1C586E9FBBC7}" type="pres">
      <dgm:prSet presAssocID="{74C0EFC4-6B8D-47FC-801A-3BA5D4125811}" presName="spacing" presStyleCnt="0"/>
      <dgm:spPr/>
    </dgm:pt>
    <dgm:pt modelId="{2B59846F-DD11-45C5-9A64-C12ABD8DD446}" type="pres">
      <dgm:prSet presAssocID="{1FF5B0D6-91D7-48D3-A12C-309900CD49FD}" presName="linNode" presStyleCnt="0"/>
      <dgm:spPr/>
    </dgm:pt>
    <dgm:pt modelId="{F3F90F51-99F7-4635-BBA3-9C354C213178}" type="pres">
      <dgm:prSet presAssocID="{1FF5B0D6-91D7-48D3-A12C-309900CD49FD}" presName="parentShp" presStyleLbl="node1" presStyleIdx="2" presStyleCnt="11">
        <dgm:presLayoutVars>
          <dgm:bulletEnabled val="1"/>
        </dgm:presLayoutVars>
      </dgm:prSet>
      <dgm:spPr/>
    </dgm:pt>
    <dgm:pt modelId="{7D9EAFAE-AE05-4A5D-9099-93E5CA5EB1BD}" type="pres">
      <dgm:prSet presAssocID="{1FF5B0D6-91D7-48D3-A12C-309900CD49FD}" presName="childShp" presStyleLbl="bgAccFollowNode1" presStyleIdx="2" presStyleCnt="11">
        <dgm:presLayoutVars>
          <dgm:bulletEnabled val="1"/>
        </dgm:presLayoutVars>
      </dgm:prSet>
      <dgm:spPr/>
    </dgm:pt>
    <dgm:pt modelId="{D1F25EEB-3BF2-49C2-9F8E-5059352BE868}" type="pres">
      <dgm:prSet presAssocID="{DCF986EB-5788-4DE7-A59B-A8E761459F55}" presName="spacing" presStyleCnt="0"/>
      <dgm:spPr/>
    </dgm:pt>
    <dgm:pt modelId="{D68AFEC2-3734-4E52-BFF8-550351B3C521}" type="pres">
      <dgm:prSet presAssocID="{F0183B60-D3D6-42FD-8242-2292F87C68B2}" presName="linNode" presStyleCnt="0"/>
      <dgm:spPr/>
    </dgm:pt>
    <dgm:pt modelId="{DE99D669-E454-41A4-9DA2-9367AD340933}" type="pres">
      <dgm:prSet presAssocID="{F0183B60-D3D6-42FD-8242-2292F87C68B2}" presName="parentShp" presStyleLbl="node1" presStyleIdx="3" presStyleCnt="11">
        <dgm:presLayoutVars>
          <dgm:bulletEnabled val="1"/>
        </dgm:presLayoutVars>
      </dgm:prSet>
      <dgm:spPr/>
    </dgm:pt>
    <dgm:pt modelId="{DC64CD15-F19A-40F1-9488-D85A40AB52D6}" type="pres">
      <dgm:prSet presAssocID="{F0183B60-D3D6-42FD-8242-2292F87C68B2}" presName="childShp" presStyleLbl="bgAccFollowNode1" presStyleIdx="3" presStyleCnt="11">
        <dgm:presLayoutVars>
          <dgm:bulletEnabled val="1"/>
        </dgm:presLayoutVars>
      </dgm:prSet>
      <dgm:spPr/>
    </dgm:pt>
    <dgm:pt modelId="{6B83854B-E189-481F-A817-BFE5E34E7274}" type="pres">
      <dgm:prSet presAssocID="{79B155E8-F88E-4A46-8E64-EBAE70BA7AD2}" presName="spacing" presStyleCnt="0"/>
      <dgm:spPr/>
    </dgm:pt>
    <dgm:pt modelId="{F030C13B-0D39-4F9E-AA34-A2F3CF8FF0BC}" type="pres">
      <dgm:prSet presAssocID="{BA7D634A-A8E1-4214-9018-EBD5C73A5040}" presName="linNode" presStyleCnt="0"/>
      <dgm:spPr/>
    </dgm:pt>
    <dgm:pt modelId="{3E8A3A2C-FCB4-4E01-B0FF-BC9C8BDB3BC2}" type="pres">
      <dgm:prSet presAssocID="{BA7D634A-A8E1-4214-9018-EBD5C73A5040}" presName="parentShp" presStyleLbl="node1" presStyleIdx="4" presStyleCnt="11">
        <dgm:presLayoutVars>
          <dgm:bulletEnabled val="1"/>
        </dgm:presLayoutVars>
      </dgm:prSet>
      <dgm:spPr/>
    </dgm:pt>
    <dgm:pt modelId="{C5E9E7CC-8193-441D-B5CB-A3FBD8E0E91F}" type="pres">
      <dgm:prSet presAssocID="{BA7D634A-A8E1-4214-9018-EBD5C73A5040}" presName="childShp" presStyleLbl="bgAccFollowNode1" presStyleIdx="4" presStyleCnt="11">
        <dgm:presLayoutVars>
          <dgm:bulletEnabled val="1"/>
        </dgm:presLayoutVars>
      </dgm:prSet>
      <dgm:spPr/>
    </dgm:pt>
    <dgm:pt modelId="{1FCB850A-5C1B-4577-BE7E-94095865690C}" type="pres">
      <dgm:prSet presAssocID="{AA292C9E-D905-45E6-84FA-02EF01F3F9A6}" presName="spacing" presStyleCnt="0"/>
      <dgm:spPr/>
    </dgm:pt>
    <dgm:pt modelId="{2FDC0924-AE56-47FC-A2D4-60665ADCFB08}" type="pres">
      <dgm:prSet presAssocID="{12219612-88DF-42F8-B09E-E24E35F79129}" presName="linNode" presStyleCnt="0"/>
      <dgm:spPr/>
    </dgm:pt>
    <dgm:pt modelId="{7F82329C-CCD5-411C-B9DA-A6E8AED5106E}" type="pres">
      <dgm:prSet presAssocID="{12219612-88DF-42F8-B09E-E24E35F79129}" presName="parentShp" presStyleLbl="node1" presStyleIdx="5" presStyleCnt="11">
        <dgm:presLayoutVars>
          <dgm:bulletEnabled val="1"/>
        </dgm:presLayoutVars>
      </dgm:prSet>
      <dgm:spPr/>
    </dgm:pt>
    <dgm:pt modelId="{D19E9381-7FFB-4C77-97CB-C86D4CA5BBC9}" type="pres">
      <dgm:prSet presAssocID="{12219612-88DF-42F8-B09E-E24E35F79129}" presName="childShp" presStyleLbl="bgAccFollowNode1" presStyleIdx="5" presStyleCnt="11">
        <dgm:presLayoutVars>
          <dgm:bulletEnabled val="1"/>
        </dgm:presLayoutVars>
      </dgm:prSet>
      <dgm:spPr/>
    </dgm:pt>
    <dgm:pt modelId="{E2991D0B-7D5F-4F71-B7F7-1F3C6117A5D1}" type="pres">
      <dgm:prSet presAssocID="{EB1E2987-A3E3-4415-80F0-33704E2AFEBC}" presName="spacing" presStyleCnt="0"/>
      <dgm:spPr/>
    </dgm:pt>
    <dgm:pt modelId="{EDD46906-C523-45DB-88B1-3BF8306B2DF5}" type="pres">
      <dgm:prSet presAssocID="{D623173E-70B9-45E7-B300-2593336AAB60}" presName="linNode" presStyleCnt="0"/>
      <dgm:spPr/>
    </dgm:pt>
    <dgm:pt modelId="{5F8A203C-ACB6-417C-ACC8-515C1C4590D7}" type="pres">
      <dgm:prSet presAssocID="{D623173E-70B9-45E7-B300-2593336AAB60}" presName="parentShp" presStyleLbl="node1" presStyleIdx="6" presStyleCnt="11">
        <dgm:presLayoutVars>
          <dgm:bulletEnabled val="1"/>
        </dgm:presLayoutVars>
      </dgm:prSet>
      <dgm:spPr/>
    </dgm:pt>
    <dgm:pt modelId="{453D7A19-8207-4A6F-8987-73FBD2A99B3C}" type="pres">
      <dgm:prSet presAssocID="{D623173E-70B9-45E7-B300-2593336AAB60}" presName="childShp" presStyleLbl="bgAccFollowNode1" presStyleIdx="6" presStyleCnt="11">
        <dgm:presLayoutVars>
          <dgm:bulletEnabled val="1"/>
        </dgm:presLayoutVars>
      </dgm:prSet>
      <dgm:spPr/>
    </dgm:pt>
    <dgm:pt modelId="{CC099B3D-87D1-4E40-9FC7-365EBF1758F5}" type="pres">
      <dgm:prSet presAssocID="{5E5A1928-7037-4BFA-851C-BFD112B3B1B0}" presName="spacing" presStyleCnt="0"/>
      <dgm:spPr/>
    </dgm:pt>
    <dgm:pt modelId="{4BB60819-1AFD-47FB-BE3C-E7BC3358980A}" type="pres">
      <dgm:prSet presAssocID="{02DE7EB6-4F67-4C21-B945-909F5CF1DA29}" presName="linNode" presStyleCnt="0"/>
      <dgm:spPr/>
    </dgm:pt>
    <dgm:pt modelId="{3D5141DB-117A-4D7B-A661-D572EBEA1D9E}" type="pres">
      <dgm:prSet presAssocID="{02DE7EB6-4F67-4C21-B945-909F5CF1DA29}" presName="parentShp" presStyleLbl="node1" presStyleIdx="7" presStyleCnt="11">
        <dgm:presLayoutVars>
          <dgm:bulletEnabled val="1"/>
        </dgm:presLayoutVars>
      </dgm:prSet>
      <dgm:spPr/>
    </dgm:pt>
    <dgm:pt modelId="{C7263D9E-503A-4648-A88F-13F1C11D8B7D}" type="pres">
      <dgm:prSet presAssocID="{02DE7EB6-4F67-4C21-B945-909F5CF1DA29}" presName="childShp" presStyleLbl="bgAccFollowNode1" presStyleIdx="7" presStyleCnt="11">
        <dgm:presLayoutVars>
          <dgm:bulletEnabled val="1"/>
        </dgm:presLayoutVars>
      </dgm:prSet>
      <dgm:spPr/>
    </dgm:pt>
    <dgm:pt modelId="{F3AEE397-DB68-4354-831E-91ADB51EAF0C}" type="pres">
      <dgm:prSet presAssocID="{575C60D8-086C-433B-9874-FB77E8AC98D2}" presName="spacing" presStyleCnt="0"/>
      <dgm:spPr/>
    </dgm:pt>
    <dgm:pt modelId="{CEC21B93-8914-4665-A4B8-2CCF578C2B5E}" type="pres">
      <dgm:prSet presAssocID="{3B892233-9379-4BEA-ACBB-B8E8ABA0403A}" presName="linNode" presStyleCnt="0"/>
      <dgm:spPr/>
    </dgm:pt>
    <dgm:pt modelId="{8F55F802-31F7-4CD6-AC3B-FCA938066E74}" type="pres">
      <dgm:prSet presAssocID="{3B892233-9379-4BEA-ACBB-B8E8ABA0403A}" presName="parentShp" presStyleLbl="node1" presStyleIdx="8" presStyleCnt="11">
        <dgm:presLayoutVars>
          <dgm:bulletEnabled val="1"/>
        </dgm:presLayoutVars>
      </dgm:prSet>
      <dgm:spPr/>
    </dgm:pt>
    <dgm:pt modelId="{2E741C14-7262-4CB3-882A-C487ADF8602E}" type="pres">
      <dgm:prSet presAssocID="{3B892233-9379-4BEA-ACBB-B8E8ABA0403A}" presName="childShp" presStyleLbl="bgAccFollowNode1" presStyleIdx="8" presStyleCnt="11">
        <dgm:presLayoutVars>
          <dgm:bulletEnabled val="1"/>
        </dgm:presLayoutVars>
      </dgm:prSet>
      <dgm:spPr/>
    </dgm:pt>
    <dgm:pt modelId="{213BC7DF-8225-4019-A64E-46665C439264}" type="pres">
      <dgm:prSet presAssocID="{EE8FC699-CAF8-409E-8A59-E82EBC5C1332}" presName="spacing" presStyleCnt="0"/>
      <dgm:spPr/>
    </dgm:pt>
    <dgm:pt modelId="{22110235-6007-4340-A6AC-A4ADCAE02811}" type="pres">
      <dgm:prSet presAssocID="{C90453D5-D703-4EEB-A07A-277D624CA0D3}" presName="linNode" presStyleCnt="0"/>
      <dgm:spPr/>
    </dgm:pt>
    <dgm:pt modelId="{88EFCCDB-0A7A-40FF-8620-4B4B749F926A}" type="pres">
      <dgm:prSet presAssocID="{C90453D5-D703-4EEB-A07A-277D624CA0D3}" presName="parentShp" presStyleLbl="node1" presStyleIdx="9" presStyleCnt="11">
        <dgm:presLayoutVars>
          <dgm:bulletEnabled val="1"/>
        </dgm:presLayoutVars>
      </dgm:prSet>
      <dgm:spPr/>
    </dgm:pt>
    <dgm:pt modelId="{AFFAD043-24FA-4EC5-B7A7-EFAEC09645D5}" type="pres">
      <dgm:prSet presAssocID="{C90453D5-D703-4EEB-A07A-277D624CA0D3}" presName="childShp" presStyleLbl="bgAccFollowNode1" presStyleIdx="9" presStyleCnt="11">
        <dgm:presLayoutVars>
          <dgm:bulletEnabled val="1"/>
        </dgm:presLayoutVars>
      </dgm:prSet>
      <dgm:spPr/>
    </dgm:pt>
    <dgm:pt modelId="{2C0DA749-BC61-47BA-A7FF-059FE4FB110B}" type="pres">
      <dgm:prSet presAssocID="{27A18ADB-71FD-476E-ACBD-18FCD62E4782}" presName="spacing" presStyleCnt="0"/>
      <dgm:spPr/>
    </dgm:pt>
    <dgm:pt modelId="{56417CE2-179D-43A8-B961-3D2CE9C58226}" type="pres">
      <dgm:prSet presAssocID="{48D15B65-CD0C-4D0B-937B-2F1B53CC6364}" presName="linNode" presStyleCnt="0"/>
      <dgm:spPr/>
    </dgm:pt>
    <dgm:pt modelId="{C81F6DB9-510D-481D-9F44-1A2D42404484}" type="pres">
      <dgm:prSet presAssocID="{48D15B65-CD0C-4D0B-937B-2F1B53CC6364}" presName="parentShp" presStyleLbl="node1" presStyleIdx="10" presStyleCnt="11">
        <dgm:presLayoutVars>
          <dgm:bulletEnabled val="1"/>
        </dgm:presLayoutVars>
      </dgm:prSet>
      <dgm:spPr/>
    </dgm:pt>
    <dgm:pt modelId="{DB3B0D36-8BE1-41D0-9990-F9C63DABC750}" type="pres">
      <dgm:prSet presAssocID="{48D15B65-CD0C-4D0B-937B-2F1B53CC6364}" presName="childShp" presStyleLbl="bgAccFollowNode1" presStyleIdx="10" presStyleCnt="11">
        <dgm:presLayoutVars>
          <dgm:bulletEnabled val="1"/>
        </dgm:presLayoutVars>
      </dgm:prSet>
      <dgm:spPr/>
    </dgm:pt>
  </dgm:ptLst>
  <dgm:cxnLst>
    <dgm:cxn modelId="{1D56C404-633D-46E0-BF17-5CBD48271A28}" type="presOf" srcId="{BA7D634A-A8E1-4214-9018-EBD5C73A5040}" destId="{3E8A3A2C-FCB4-4E01-B0FF-BC9C8BDB3BC2}" srcOrd="0" destOrd="0" presId="urn:microsoft.com/office/officeart/2005/8/layout/vList6"/>
    <dgm:cxn modelId="{B14ACF0D-7126-4DAD-A3DC-EE99A9B24E2F}" type="presOf" srcId="{8FF9C32E-ED0C-4CAD-A622-45224D1D7C0B}" destId="{2E741C14-7262-4CB3-882A-C487ADF8602E}" srcOrd="0" destOrd="0" presId="urn:microsoft.com/office/officeart/2005/8/layout/vList6"/>
    <dgm:cxn modelId="{26FE990F-4AA9-42A7-92CB-239698180D4D}" srcId="{D24A4CBF-9A47-4781-B868-F7F7A7DDDD58}" destId="{1FF5B0D6-91D7-48D3-A12C-309900CD49FD}" srcOrd="2" destOrd="0" parTransId="{DFAB6749-E36B-4B0F-B8B4-309A0B48DCF2}" sibTransId="{DCF986EB-5788-4DE7-A59B-A8E761459F55}"/>
    <dgm:cxn modelId="{4FC53F17-CE9E-4D73-930C-894B19068D2C}" type="presOf" srcId="{02DE7EB6-4F67-4C21-B945-909F5CF1DA29}" destId="{3D5141DB-117A-4D7B-A661-D572EBEA1D9E}" srcOrd="0" destOrd="0" presId="urn:microsoft.com/office/officeart/2005/8/layout/vList6"/>
    <dgm:cxn modelId="{87E95E1C-7A12-42D9-B25A-E8409CB52106}" srcId="{D24A4CBF-9A47-4781-B868-F7F7A7DDDD58}" destId="{02DE7EB6-4F67-4C21-B945-909F5CF1DA29}" srcOrd="7" destOrd="0" parTransId="{7BD7A6D3-D50E-48F6-9648-6CF54A180368}" sibTransId="{575C60D8-086C-433B-9874-FB77E8AC98D2}"/>
    <dgm:cxn modelId="{7687D421-59B4-41B2-B7DA-D5F2457C78EE}" srcId="{D24A4CBF-9A47-4781-B868-F7F7A7DDDD58}" destId="{48D15B65-CD0C-4D0B-937B-2F1B53CC6364}" srcOrd="10" destOrd="0" parTransId="{1017AEA3-0C74-417C-8B83-8B235B77579F}" sibTransId="{3C5B55C2-941D-458E-9B9F-743B789626BA}"/>
    <dgm:cxn modelId="{58F37924-1610-40A0-BFAB-B618B6D13982}" type="presOf" srcId="{3B892233-9379-4BEA-ACBB-B8E8ABA0403A}" destId="{8F55F802-31F7-4CD6-AC3B-FCA938066E74}" srcOrd="0" destOrd="0" presId="urn:microsoft.com/office/officeart/2005/8/layout/vList6"/>
    <dgm:cxn modelId="{7A5A9324-3C4E-4CA9-8789-7F660EB9EEDF}" type="presOf" srcId="{5C3D53EC-FDC2-4322-AD34-5D8923839DD1}" destId="{C5E9E7CC-8193-441D-B5CB-A3FBD8E0E91F}" srcOrd="0" destOrd="0" presId="urn:microsoft.com/office/officeart/2005/8/layout/vList6"/>
    <dgm:cxn modelId="{C679642F-7AA0-4053-AE7A-4028C961D545}" srcId="{1FF5B0D6-91D7-48D3-A12C-309900CD49FD}" destId="{40A880A9-AD0A-4A02-9AE6-5A6D92A82801}" srcOrd="0" destOrd="0" parTransId="{06817948-02A8-4868-824B-F23AE801D9FA}" sibTransId="{43A5FB87-C01B-4636-886A-EFE737ADBDE6}"/>
    <dgm:cxn modelId="{E5D87731-2212-4D54-B7EB-A6F618637BA3}" srcId="{D24A4CBF-9A47-4781-B868-F7F7A7DDDD58}" destId="{3B892233-9379-4BEA-ACBB-B8E8ABA0403A}" srcOrd="8" destOrd="0" parTransId="{B43BC28F-0A16-4232-9EDE-4BE3A0327176}" sibTransId="{EE8FC699-CAF8-409E-8A59-E82EBC5C1332}"/>
    <dgm:cxn modelId="{25E7184D-337F-4C41-89A5-E698DCE0596B}" type="presOf" srcId="{D623173E-70B9-45E7-B300-2593336AAB60}" destId="{5F8A203C-ACB6-417C-ACC8-515C1C4590D7}" srcOrd="0" destOrd="0" presId="urn:microsoft.com/office/officeart/2005/8/layout/vList6"/>
    <dgm:cxn modelId="{9D65EF4D-9AAB-4171-98C5-6036B56B65C8}" type="presOf" srcId="{F899F3D2-1A77-4FE7-90DC-C50E259A7E53}" destId="{B83978AD-A25F-43EE-810D-5DB5DBCCB96B}" srcOrd="0" destOrd="0" presId="urn:microsoft.com/office/officeart/2005/8/layout/vList6"/>
    <dgm:cxn modelId="{9F9EE170-007E-43FE-AFEF-E7A5FA4CCF0D}" type="presOf" srcId="{40A880A9-AD0A-4A02-9AE6-5A6D92A82801}" destId="{7D9EAFAE-AE05-4A5D-9099-93E5CA5EB1BD}" srcOrd="0" destOrd="0" presId="urn:microsoft.com/office/officeart/2005/8/layout/vList6"/>
    <dgm:cxn modelId="{465C9952-A1B0-43E1-B7D7-14BE645DA7F9}" srcId="{D24A4CBF-9A47-4781-B868-F7F7A7DDDD58}" destId="{F0183B60-D3D6-42FD-8242-2292F87C68B2}" srcOrd="3" destOrd="0" parTransId="{974AD76A-0EF4-4D18-91FF-BE51335EA734}" sibTransId="{79B155E8-F88E-4A46-8E64-EBAE70BA7AD2}"/>
    <dgm:cxn modelId="{119AD552-9DDE-4C61-B6F3-4AA4EE60A8C0}" srcId="{D24A4CBF-9A47-4781-B868-F7F7A7DDDD58}" destId="{BA7D634A-A8E1-4214-9018-EBD5C73A5040}" srcOrd="4" destOrd="0" parTransId="{22962A84-EB30-4CA0-B300-1F3BDB7E69C7}" sibTransId="{AA292C9E-D905-45E6-84FA-02EF01F3F9A6}"/>
    <dgm:cxn modelId="{9B630A75-901B-447C-A103-588AADC6A552}" srcId="{D24A4CBF-9A47-4781-B868-F7F7A7DDDD58}" destId="{12219612-88DF-42F8-B09E-E24E35F79129}" srcOrd="5" destOrd="0" parTransId="{7E4468BE-83B7-4C6D-BCE3-9528A3B1B88D}" sibTransId="{EB1E2987-A3E3-4415-80F0-33704E2AFEBC}"/>
    <dgm:cxn modelId="{F9049776-751D-4B2E-AA08-F8DC59C3C473}" type="presOf" srcId="{D24A4CBF-9A47-4781-B868-F7F7A7DDDD58}" destId="{A606FDED-7DAF-434E-A9E7-0F67CC487E5A}" srcOrd="0" destOrd="0" presId="urn:microsoft.com/office/officeart/2005/8/layout/vList6"/>
    <dgm:cxn modelId="{153CA276-57A0-4461-9BB1-630D8724478D}" srcId="{D24A4CBF-9A47-4781-B868-F7F7A7DDDD58}" destId="{F899F3D2-1A77-4FE7-90DC-C50E259A7E53}" srcOrd="0" destOrd="0" parTransId="{8738ED45-9C94-4875-919E-DA94C5CC2114}" sibTransId="{8510A72C-4888-47F8-BE5E-06634E1CD587}"/>
    <dgm:cxn modelId="{0A88BD58-5FD1-4B4D-BAAA-326082B0E555}" srcId="{D24A4CBF-9A47-4781-B868-F7F7A7DDDD58}" destId="{D623173E-70B9-45E7-B300-2593336AAB60}" srcOrd="6" destOrd="0" parTransId="{5805BB27-7652-4A84-9AEE-E73129DE26E0}" sibTransId="{5E5A1928-7037-4BFA-851C-BFD112B3B1B0}"/>
    <dgm:cxn modelId="{A50B2D82-D0FC-41E8-810D-218B0FA9E3CD}" type="presOf" srcId="{12219612-88DF-42F8-B09E-E24E35F79129}" destId="{7F82329C-CCD5-411C-B9DA-A6E8AED5106E}" srcOrd="0" destOrd="0" presId="urn:microsoft.com/office/officeart/2005/8/layout/vList6"/>
    <dgm:cxn modelId="{98D79193-9B24-45FD-8294-E0FD7F7771A0}" type="presOf" srcId="{FF5D38B1-202C-43FC-84BA-44973FAEA1C5}" destId="{23134110-3F50-4410-91B8-6CE0767F4207}" srcOrd="0" destOrd="0" presId="urn:microsoft.com/office/officeart/2005/8/layout/vList6"/>
    <dgm:cxn modelId="{DABDCFAE-EEDE-4957-9D07-5B7FBEAF44ED}" srcId="{BA7D634A-A8E1-4214-9018-EBD5C73A5040}" destId="{5C3D53EC-FDC2-4322-AD34-5D8923839DD1}" srcOrd="0" destOrd="0" parTransId="{61B65831-592D-4DF3-BFDE-08B92987C237}" sibTransId="{AF6F1EB7-8568-4799-B4B1-EAF0D4A74D1A}"/>
    <dgm:cxn modelId="{EFCF15B0-2036-4FB7-8995-6DD88360DA48}" srcId="{D24A4CBF-9A47-4781-B868-F7F7A7DDDD58}" destId="{C90453D5-D703-4EEB-A07A-277D624CA0D3}" srcOrd="9" destOrd="0" parTransId="{BC324D16-E178-4945-8833-33D83CC31DCC}" sibTransId="{27A18ADB-71FD-476E-ACBD-18FCD62E4782}"/>
    <dgm:cxn modelId="{514EB9B1-0E29-4D73-99CB-6E55250B095D}" type="presOf" srcId="{C90453D5-D703-4EEB-A07A-277D624CA0D3}" destId="{88EFCCDB-0A7A-40FF-8620-4B4B749F926A}" srcOrd="0" destOrd="0" presId="urn:microsoft.com/office/officeart/2005/8/layout/vList6"/>
    <dgm:cxn modelId="{31892CB5-974E-4991-AC8B-FE014ACAB9F9}" srcId="{D24A4CBF-9A47-4781-B868-F7F7A7DDDD58}" destId="{FF5D38B1-202C-43FC-84BA-44973FAEA1C5}" srcOrd="1" destOrd="0" parTransId="{91213318-689A-4FC1-8262-3676B4211619}" sibTransId="{74C0EFC4-6B8D-47FC-801A-3BA5D4125811}"/>
    <dgm:cxn modelId="{562B1FC1-1DFC-4CED-AF7C-631A4BE336DA}" type="presOf" srcId="{F0183B60-D3D6-42FD-8242-2292F87C68B2}" destId="{DE99D669-E454-41A4-9DA2-9367AD340933}" srcOrd="0" destOrd="0" presId="urn:microsoft.com/office/officeart/2005/8/layout/vList6"/>
    <dgm:cxn modelId="{5EA1EBCA-4B6C-4440-B844-563EB5CADD1C}" type="presOf" srcId="{48D15B65-CD0C-4D0B-937B-2F1B53CC6364}" destId="{C81F6DB9-510D-481D-9F44-1A2D42404484}" srcOrd="0" destOrd="0" presId="urn:microsoft.com/office/officeart/2005/8/layout/vList6"/>
    <dgm:cxn modelId="{EDF42EE1-1622-40B5-B096-78AC75E11E1E}" srcId="{3B892233-9379-4BEA-ACBB-B8E8ABA0403A}" destId="{8FF9C32E-ED0C-4CAD-A622-45224D1D7C0B}" srcOrd="0" destOrd="0" parTransId="{9884042B-E627-4CB2-8659-DABA7127C9BC}" sibTransId="{93B5AC6F-99B2-4C85-B665-01301DE94E50}"/>
    <dgm:cxn modelId="{D8E9C4F3-3025-4D6C-882E-503E924D2419}" type="presOf" srcId="{1FF5B0D6-91D7-48D3-A12C-309900CD49FD}" destId="{F3F90F51-99F7-4635-BBA3-9C354C213178}" srcOrd="0" destOrd="0" presId="urn:microsoft.com/office/officeart/2005/8/layout/vList6"/>
    <dgm:cxn modelId="{384C03EA-18F8-4967-A424-F89C735B0CC3}" type="presParOf" srcId="{A606FDED-7DAF-434E-A9E7-0F67CC487E5A}" destId="{9E3490DC-3E79-4C13-8454-A452BB0EF0CF}" srcOrd="0" destOrd="0" presId="urn:microsoft.com/office/officeart/2005/8/layout/vList6"/>
    <dgm:cxn modelId="{566BC002-EB3F-4E66-BAD2-4461B8B7A3A6}" type="presParOf" srcId="{9E3490DC-3E79-4C13-8454-A452BB0EF0CF}" destId="{B83978AD-A25F-43EE-810D-5DB5DBCCB96B}" srcOrd="0" destOrd="0" presId="urn:microsoft.com/office/officeart/2005/8/layout/vList6"/>
    <dgm:cxn modelId="{1BF96DDE-3FC9-45D0-9206-F49145AA6F00}" type="presParOf" srcId="{9E3490DC-3E79-4C13-8454-A452BB0EF0CF}" destId="{DF44CEFA-1B0C-4691-8AF8-8141C86A7EC0}" srcOrd="1" destOrd="0" presId="urn:microsoft.com/office/officeart/2005/8/layout/vList6"/>
    <dgm:cxn modelId="{6BABFAFF-67F6-4681-8FF3-C57BD92B1BB8}" type="presParOf" srcId="{A606FDED-7DAF-434E-A9E7-0F67CC487E5A}" destId="{FFC09902-1D74-4B76-8DBE-5132E5A8A733}" srcOrd="1" destOrd="0" presId="urn:microsoft.com/office/officeart/2005/8/layout/vList6"/>
    <dgm:cxn modelId="{AE47E86E-5CA1-49A7-B12C-23B91CAD8974}" type="presParOf" srcId="{A606FDED-7DAF-434E-A9E7-0F67CC487E5A}" destId="{CC386B18-DEF4-427D-B269-8A40B2501303}" srcOrd="2" destOrd="0" presId="urn:microsoft.com/office/officeart/2005/8/layout/vList6"/>
    <dgm:cxn modelId="{242BA5F6-9369-45A1-A759-AC9213B75911}" type="presParOf" srcId="{CC386B18-DEF4-427D-B269-8A40B2501303}" destId="{23134110-3F50-4410-91B8-6CE0767F4207}" srcOrd="0" destOrd="0" presId="urn:microsoft.com/office/officeart/2005/8/layout/vList6"/>
    <dgm:cxn modelId="{F40DED2B-6715-40B0-A90C-67F7527441FE}" type="presParOf" srcId="{CC386B18-DEF4-427D-B269-8A40B2501303}" destId="{4BFA335B-5478-4D2E-91A6-8C2C3DB594B1}" srcOrd="1" destOrd="0" presId="urn:microsoft.com/office/officeart/2005/8/layout/vList6"/>
    <dgm:cxn modelId="{D6A14026-9354-421B-BF26-B656A4C94E94}" type="presParOf" srcId="{A606FDED-7DAF-434E-A9E7-0F67CC487E5A}" destId="{4D273AD1-D939-4472-9AEE-1C586E9FBBC7}" srcOrd="3" destOrd="0" presId="urn:microsoft.com/office/officeart/2005/8/layout/vList6"/>
    <dgm:cxn modelId="{557E92BC-A7C5-4218-B20F-688A213F6158}" type="presParOf" srcId="{A606FDED-7DAF-434E-A9E7-0F67CC487E5A}" destId="{2B59846F-DD11-45C5-9A64-C12ABD8DD446}" srcOrd="4" destOrd="0" presId="urn:microsoft.com/office/officeart/2005/8/layout/vList6"/>
    <dgm:cxn modelId="{D2ADC42D-F4E7-49FC-B4E2-F2E8DCE440A3}" type="presParOf" srcId="{2B59846F-DD11-45C5-9A64-C12ABD8DD446}" destId="{F3F90F51-99F7-4635-BBA3-9C354C213178}" srcOrd="0" destOrd="0" presId="urn:microsoft.com/office/officeart/2005/8/layout/vList6"/>
    <dgm:cxn modelId="{851BBAF6-FDBC-42F8-9158-4362EABB03F9}" type="presParOf" srcId="{2B59846F-DD11-45C5-9A64-C12ABD8DD446}" destId="{7D9EAFAE-AE05-4A5D-9099-93E5CA5EB1BD}" srcOrd="1" destOrd="0" presId="urn:microsoft.com/office/officeart/2005/8/layout/vList6"/>
    <dgm:cxn modelId="{FF6476FB-9451-4C0F-B688-D04B49120172}" type="presParOf" srcId="{A606FDED-7DAF-434E-A9E7-0F67CC487E5A}" destId="{D1F25EEB-3BF2-49C2-9F8E-5059352BE868}" srcOrd="5" destOrd="0" presId="urn:microsoft.com/office/officeart/2005/8/layout/vList6"/>
    <dgm:cxn modelId="{76612C96-2F97-4415-AEC9-3B9846AD306B}" type="presParOf" srcId="{A606FDED-7DAF-434E-A9E7-0F67CC487E5A}" destId="{D68AFEC2-3734-4E52-BFF8-550351B3C521}" srcOrd="6" destOrd="0" presId="urn:microsoft.com/office/officeart/2005/8/layout/vList6"/>
    <dgm:cxn modelId="{5D8317E2-06F3-45A9-9EA2-E3F3E207B28A}" type="presParOf" srcId="{D68AFEC2-3734-4E52-BFF8-550351B3C521}" destId="{DE99D669-E454-41A4-9DA2-9367AD340933}" srcOrd="0" destOrd="0" presId="urn:microsoft.com/office/officeart/2005/8/layout/vList6"/>
    <dgm:cxn modelId="{D76744D0-D2A0-4812-AF1E-4B3EFE791FC7}" type="presParOf" srcId="{D68AFEC2-3734-4E52-BFF8-550351B3C521}" destId="{DC64CD15-F19A-40F1-9488-D85A40AB52D6}" srcOrd="1" destOrd="0" presId="urn:microsoft.com/office/officeart/2005/8/layout/vList6"/>
    <dgm:cxn modelId="{751DABED-2D54-493B-ADE9-9DAE2FE162EA}" type="presParOf" srcId="{A606FDED-7DAF-434E-A9E7-0F67CC487E5A}" destId="{6B83854B-E189-481F-A817-BFE5E34E7274}" srcOrd="7" destOrd="0" presId="urn:microsoft.com/office/officeart/2005/8/layout/vList6"/>
    <dgm:cxn modelId="{C4C6C7A1-944A-43DC-852E-156437C75087}" type="presParOf" srcId="{A606FDED-7DAF-434E-A9E7-0F67CC487E5A}" destId="{F030C13B-0D39-4F9E-AA34-A2F3CF8FF0BC}" srcOrd="8" destOrd="0" presId="urn:microsoft.com/office/officeart/2005/8/layout/vList6"/>
    <dgm:cxn modelId="{9CB20344-0646-49B7-BABD-6D0AF1C7B9B2}" type="presParOf" srcId="{F030C13B-0D39-4F9E-AA34-A2F3CF8FF0BC}" destId="{3E8A3A2C-FCB4-4E01-B0FF-BC9C8BDB3BC2}" srcOrd="0" destOrd="0" presId="urn:microsoft.com/office/officeart/2005/8/layout/vList6"/>
    <dgm:cxn modelId="{220403E7-EB1D-4EFB-BB06-DC7DF52419FD}" type="presParOf" srcId="{F030C13B-0D39-4F9E-AA34-A2F3CF8FF0BC}" destId="{C5E9E7CC-8193-441D-B5CB-A3FBD8E0E91F}" srcOrd="1" destOrd="0" presId="urn:microsoft.com/office/officeart/2005/8/layout/vList6"/>
    <dgm:cxn modelId="{058EAA7E-34BF-4599-AC95-B0FF2E9C4576}" type="presParOf" srcId="{A606FDED-7DAF-434E-A9E7-0F67CC487E5A}" destId="{1FCB850A-5C1B-4577-BE7E-94095865690C}" srcOrd="9" destOrd="0" presId="urn:microsoft.com/office/officeart/2005/8/layout/vList6"/>
    <dgm:cxn modelId="{567666DA-5161-4992-87B8-16171B59840B}" type="presParOf" srcId="{A606FDED-7DAF-434E-A9E7-0F67CC487E5A}" destId="{2FDC0924-AE56-47FC-A2D4-60665ADCFB08}" srcOrd="10" destOrd="0" presId="urn:microsoft.com/office/officeart/2005/8/layout/vList6"/>
    <dgm:cxn modelId="{DD6B4857-A38D-49CD-A33A-7322D11F98C8}" type="presParOf" srcId="{2FDC0924-AE56-47FC-A2D4-60665ADCFB08}" destId="{7F82329C-CCD5-411C-B9DA-A6E8AED5106E}" srcOrd="0" destOrd="0" presId="urn:microsoft.com/office/officeart/2005/8/layout/vList6"/>
    <dgm:cxn modelId="{45B1D771-DEA3-44A6-8BC7-C262A2B118CA}" type="presParOf" srcId="{2FDC0924-AE56-47FC-A2D4-60665ADCFB08}" destId="{D19E9381-7FFB-4C77-97CB-C86D4CA5BBC9}" srcOrd="1" destOrd="0" presId="urn:microsoft.com/office/officeart/2005/8/layout/vList6"/>
    <dgm:cxn modelId="{CA69665E-6EDD-4C47-BB3E-9B37EA57C6A3}" type="presParOf" srcId="{A606FDED-7DAF-434E-A9E7-0F67CC487E5A}" destId="{E2991D0B-7D5F-4F71-B7F7-1F3C6117A5D1}" srcOrd="11" destOrd="0" presId="urn:microsoft.com/office/officeart/2005/8/layout/vList6"/>
    <dgm:cxn modelId="{1152B2EF-09F9-4EAA-AC4C-2403589378A8}" type="presParOf" srcId="{A606FDED-7DAF-434E-A9E7-0F67CC487E5A}" destId="{EDD46906-C523-45DB-88B1-3BF8306B2DF5}" srcOrd="12" destOrd="0" presId="urn:microsoft.com/office/officeart/2005/8/layout/vList6"/>
    <dgm:cxn modelId="{B72EE4E5-FDBF-45A6-B786-601B2DD3BA92}" type="presParOf" srcId="{EDD46906-C523-45DB-88B1-3BF8306B2DF5}" destId="{5F8A203C-ACB6-417C-ACC8-515C1C4590D7}" srcOrd="0" destOrd="0" presId="urn:microsoft.com/office/officeart/2005/8/layout/vList6"/>
    <dgm:cxn modelId="{B729667D-A246-4055-9428-CB36DB4A741A}" type="presParOf" srcId="{EDD46906-C523-45DB-88B1-3BF8306B2DF5}" destId="{453D7A19-8207-4A6F-8987-73FBD2A99B3C}" srcOrd="1" destOrd="0" presId="urn:microsoft.com/office/officeart/2005/8/layout/vList6"/>
    <dgm:cxn modelId="{6AC84CAA-F4B8-4E34-AAA8-382844760678}" type="presParOf" srcId="{A606FDED-7DAF-434E-A9E7-0F67CC487E5A}" destId="{CC099B3D-87D1-4E40-9FC7-365EBF1758F5}" srcOrd="13" destOrd="0" presId="urn:microsoft.com/office/officeart/2005/8/layout/vList6"/>
    <dgm:cxn modelId="{CED235F7-0EAD-4E01-98FD-33F09C2247E7}" type="presParOf" srcId="{A606FDED-7DAF-434E-A9E7-0F67CC487E5A}" destId="{4BB60819-1AFD-47FB-BE3C-E7BC3358980A}" srcOrd="14" destOrd="0" presId="urn:microsoft.com/office/officeart/2005/8/layout/vList6"/>
    <dgm:cxn modelId="{B5B139C2-51C3-4D15-B500-2EAF1B9C18CF}" type="presParOf" srcId="{4BB60819-1AFD-47FB-BE3C-E7BC3358980A}" destId="{3D5141DB-117A-4D7B-A661-D572EBEA1D9E}" srcOrd="0" destOrd="0" presId="urn:microsoft.com/office/officeart/2005/8/layout/vList6"/>
    <dgm:cxn modelId="{CABAD2EB-A8BA-4771-AABC-E1285D0C7E98}" type="presParOf" srcId="{4BB60819-1AFD-47FB-BE3C-E7BC3358980A}" destId="{C7263D9E-503A-4648-A88F-13F1C11D8B7D}" srcOrd="1" destOrd="0" presId="urn:microsoft.com/office/officeart/2005/8/layout/vList6"/>
    <dgm:cxn modelId="{80678990-6D15-4B89-85C2-57A268FEC453}" type="presParOf" srcId="{A606FDED-7DAF-434E-A9E7-0F67CC487E5A}" destId="{F3AEE397-DB68-4354-831E-91ADB51EAF0C}" srcOrd="15" destOrd="0" presId="urn:microsoft.com/office/officeart/2005/8/layout/vList6"/>
    <dgm:cxn modelId="{B90A3EEE-756D-459B-8D19-1D5CA609D8FD}" type="presParOf" srcId="{A606FDED-7DAF-434E-A9E7-0F67CC487E5A}" destId="{CEC21B93-8914-4665-A4B8-2CCF578C2B5E}" srcOrd="16" destOrd="0" presId="urn:microsoft.com/office/officeart/2005/8/layout/vList6"/>
    <dgm:cxn modelId="{ECDBC7C0-86BD-4431-AE90-8561E9D646D6}" type="presParOf" srcId="{CEC21B93-8914-4665-A4B8-2CCF578C2B5E}" destId="{8F55F802-31F7-4CD6-AC3B-FCA938066E74}" srcOrd="0" destOrd="0" presId="urn:microsoft.com/office/officeart/2005/8/layout/vList6"/>
    <dgm:cxn modelId="{591F60B0-5F0F-4951-A727-1A0EB0CE0E01}" type="presParOf" srcId="{CEC21B93-8914-4665-A4B8-2CCF578C2B5E}" destId="{2E741C14-7262-4CB3-882A-C487ADF8602E}" srcOrd="1" destOrd="0" presId="urn:microsoft.com/office/officeart/2005/8/layout/vList6"/>
    <dgm:cxn modelId="{1A2AB482-E941-4277-9C78-C3A7E7A01CFE}" type="presParOf" srcId="{A606FDED-7DAF-434E-A9E7-0F67CC487E5A}" destId="{213BC7DF-8225-4019-A64E-46665C439264}" srcOrd="17" destOrd="0" presId="urn:microsoft.com/office/officeart/2005/8/layout/vList6"/>
    <dgm:cxn modelId="{0095C57E-73F4-432D-874E-8F812D88D32C}" type="presParOf" srcId="{A606FDED-7DAF-434E-A9E7-0F67CC487E5A}" destId="{22110235-6007-4340-A6AC-A4ADCAE02811}" srcOrd="18" destOrd="0" presId="urn:microsoft.com/office/officeart/2005/8/layout/vList6"/>
    <dgm:cxn modelId="{498EEA53-4A8D-4840-8894-D06FAA4DAC2C}" type="presParOf" srcId="{22110235-6007-4340-A6AC-A4ADCAE02811}" destId="{88EFCCDB-0A7A-40FF-8620-4B4B749F926A}" srcOrd="0" destOrd="0" presId="urn:microsoft.com/office/officeart/2005/8/layout/vList6"/>
    <dgm:cxn modelId="{6D847298-A70D-4ED9-AD44-0336A380E840}" type="presParOf" srcId="{22110235-6007-4340-A6AC-A4ADCAE02811}" destId="{AFFAD043-24FA-4EC5-B7A7-EFAEC09645D5}" srcOrd="1" destOrd="0" presId="urn:microsoft.com/office/officeart/2005/8/layout/vList6"/>
    <dgm:cxn modelId="{FD35FFC9-5685-40A4-93D0-CC78D313FD5D}" type="presParOf" srcId="{A606FDED-7DAF-434E-A9E7-0F67CC487E5A}" destId="{2C0DA749-BC61-47BA-A7FF-059FE4FB110B}" srcOrd="19" destOrd="0" presId="urn:microsoft.com/office/officeart/2005/8/layout/vList6"/>
    <dgm:cxn modelId="{FDF8DFAB-75EF-4CCD-938D-275E886F68F5}" type="presParOf" srcId="{A606FDED-7DAF-434E-A9E7-0F67CC487E5A}" destId="{56417CE2-179D-43A8-B961-3D2CE9C58226}" srcOrd="20" destOrd="0" presId="urn:microsoft.com/office/officeart/2005/8/layout/vList6"/>
    <dgm:cxn modelId="{DF1D6EA6-3C28-410C-999E-5E7778C6D92E}" type="presParOf" srcId="{56417CE2-179D-43A8-B961-3D2CE9C58226}" destId="{C81F6DB9-510D-481D-9F44-1A2D42404484}" srcOrd="0" destOrd="0" presId="urn:microsoft.com/office/officeart/2005/8/layout/vList6"/>
    <dgm:cxn modelId="{3EC0F48B-8B5D-45BE-936E-E4717ABC8DAF}" type="presParOf" srcId="{56417CE2-179D-43A8-B961-3D2CE9C58226}" destId="{DB3B0D36-8BE1-41D0-9990-F9C63DABC75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44CEFA-1B0C-4691-8AF8-8141C86A7EC0}">
      <dsp:nvSpPr>
        <dsp:cNvPr id="0" name=""/>
        <dsp:cNvSpPr/>
      </dsp:nvSpPr>
      <dsp:spPr>
        <a:xfrm>
          <a:off x="3957320" y="2868"/>
          <a:ext cx="5935980" cy="48911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978AD-A25F-43EE-810D-5DB5DBCCB96B}">
      <dsp:nvSpPr>
        <dsp:cNvPr id="0" name=""/>
        <dsp:cNvSpPr/>
      </dsp:nvSpPr>
      <dsp:spPr>
        <a:xfrm>
          <a:off x="0" y="2868"/>
          <a:ext cx="3957320" cy="489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START</a:t>
          </a:r>
        </a:p>
      </dsp:txBody>
      <dsp:txXfrm>
        <a:off x="23877" y="26745"/>
        <a:ext cx="3909566" cy="441365"/>
      </dsp:txXfrm>
    </dsp:sp>
    <dsp:sp modelId="{4BFA335B-5478-4D2E-91A6-8C2C3DB594B1}">
      <dsp:nvSpPr>
        <dsp:cNvPr id="0" name=""/>
        <dsp:cNvSpPr/>
      </dsp:nvSpPr>
      <dsp:spPr>
        <a:xfrm>
          <a:off x="3957320" y="540900"/>
          <a:ext cx="5935980" cy="48911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134110-3F50-4410-91B8-6CE0767F4207}">
      <dsp:nvSpPr>
        <dsp:cNvPr id="0" name=""/>
        <dsp:cNvSpPr/>
      </dsp:nvSpPr>
      <dsp:spPr>
        <a:xfrm>
          <a:off x="0" y="540900"/>
          <a:ext cx="3957320" cy="489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↓</a:t>
          </a:r>
        </a:p>
      </dsp:txBody>
      <dsp:txXfrm>
        <a:off x="23877" y="564777"/>
        <a:ext cx="3909566" cy="441365"/>
      </dsp:txXfrm>
    </dsp:sp>
    <dsp:sp modelId="{7D9EAFAE-AE05-4A5D-9099-93E5CA5EB1BD}">
      <dsp:nvSpPr>
        <dsp:cNvPr id="0" name=""/>
        <dsp:cNvSpPr/>
      </dsp:nvSpPr>
      <dsp:spPr>
        <a:xfrm>
          <a:off x="3957320" y="1078932"/>
          <a:ext cx="5935980" cy="48911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/>
            <a:t>(HTML + CSS + JavaScript)</a:t>
          </a:r>
        </a:p>
      </dsp:txBody>
      <dsp:txXfrm>
        <a:off x="3957320" y="1140072"/>
        <a:ext cx="5752560" cy="366839"/>
      </dsp:txXfrm>
    </dsp:sp>
    <dsp:sp modelId="{F3F90F51-99F7-4635-BBA3-9C354C213178}">
      <dsp:nvSpPr>
        <dsp:cNvPr id="0" name=""/>
        <dsp:cNvSpPr/>
      </dsp:nvSpPr>
      <dsp:spPr>
        <a:xfrm>
          <a:off x="0" y="1078932"/>
          <a:ext cx="3957320" cy="489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User Opens Web App (Frontend)</a:t>
          </a:r>
        </a:p>
      </dsp:txBody>
      <dsp:txXfrm>
        <a:off x="23877" y="1102809"/>
        <a:ext cx="3909566" cy="441365"/>
      </dsp:txXfrm>
    </dsp:sp>
    <dsp:sp modelId="{DC64CD15-F19A-40F1-9488-D85A40AB52D6}">
      <dsp:nvSpPr>
        <dsp:cNvPr id="0" name=""/>
        <dsp:cNvSpPr/>
      </dsp:nvSpPr>
      <dsp:spPr>
        <a:xfrm>
          <a:off x="3957320" y="1616963"/>
          <a:ext cx="5935980" cy="48911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9D669-E454-41A4-9DA2-9367AD340933}">
      <dsp:nvSpPr>
        <dsp:cNvPr id="0" name=""/>
        <dsp:cNvSpPr/>
      </dsp:nvSpPr>
      <dsp:spPr>
        <a:xfrm>
          <a:off x="0" y="1616963"/>
          <a:ext cx="3957320" cy="489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↓</a:t>
          </a:r>
        </a:p>
      </dsp:txBody>
      <dsp:txXfrm>
        <a:off x="23877" y="1640840"/>
        <a:ext cx="3909566" cy="441365"/>
      </dsp:txXfrm>
    </dsp:sp>
    <dsp:sp modelId="{C5E9E7CC-8193-441D-B5CB-A3FBD8E0E91F}">
      <dsp:nvSpPr>
        <dsp:cNvPr id="0" name=""/>
        <dsp:cNvSpPr/>
      </dsp:nvSpPr>
      <dsp:spPr>
        <a:xfrm>
          <a:off x="3957320" y="2154995"/>
          <a:ext cx="5935980" cy="48911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/>
            <a:t>(Age, Gender, Height, Weight, Goal)</a:t>
          </a:r>
        </a:p>
      </dsp:txBody>
      <dsp:txXfrm>
        <a:off x="3957320" y="2216135"/>
        <a:ext cx="5752560" cy="366839"/>
      </dsp:txXfrm>
    </dsp:sp>
    <dsp:sp modelId="{3E8A3A2C-FCB4-4E01-B0FF-BC9C8BDB3BC2}">
      <dsp:nvSpPr>
        <dsp:cNvPr id="0" name=""/>
        <dsp:cNvSpPr/>
      </dsp:nvSpPr>
      <dsp:spPr>
        <a:xfrm>
          <a:off x="0" y="2154995"/>
          <a:ext cx="3957320" cy="489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User Enters Details</a:t>
          </a:r>
        </a:p>
      </dsp:txBody>
      <dsp:txXfrm>
        <a:off x="23877" y="2178872"/>
        <a:ext cx="3909566" cy="441365"/>
      </dsp:txXfrm>
    </dsp:sp>
    <dsp:sp modelId="{D19E9381-7FFB-4C77-97CB-C86D4CA5BBC9}">
      <dsp:nvSpPr>
        <dsp:cNvPr id="0" name=""/>
        <dsp:cNvSpPr/>
      </dsp:nvSpPr>
      <dsp:spPr>
        <a:xfrm>
          <a:off x="3957320" y="2693027"/>
          <a:ext cx="5935980" cy="48911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82329C-CCD5-411C-B9DA-A6E8AED5106E}">
      <dsp:nvSpPr>
        <dsp:cNvPr id="0" name=""/>
        <dsp:cNvSpPr/>
      </dsp:nvSpPr>
      <dsp:spPr>
        <a:xfrm>
          <a:off x="0" y="2693027"/>
          <a:ext cx="3957320" cy="489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↓</a:t>
          </a:r>
        </a:p>
      </dsp:txBody>
      <dsp:txXfrm>
        <a:off x="23877" y="2716904"/>
        <a:ext cx="3909566" cy="441365"/>
      </dsp:txXfrm>
    </dsp:sp>
    <dsp:sp modelId="{453D7A19-8207-4A6F-8987-73FBD2A99B3C}">
      <dsp:nvSpPr>
        <dsp:cNvPr id="0" name=""/>
        <dsp:cNvSpPr/>
      </dsp:nvSpPr>
      <dsp:spPr>
        <a:xfrm>
          <a:off x="3957320" y="3231058"/>
          <a:ext cx="5935980" cy="48911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A203C-ACB6-417C-ACC8-515C1C4590D7}">
      <dsp:nvSpPr>
        <dsp:cNvPr id="0" name=""/>
        <dsp:cNvSpPr/>
      </dsp:nvSpPr>
      <dsp:spPr>
        <a:xfrm>
          <a:off x="0" y="3231058"/>
          <a:ext cx="3957320" cy="489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Data Sent to Flask Backend</a:t>
          </a:r>
        </a:p>
      </dsp:txBody>
      <dsp:txXfrm>
        <a:off x="23877" y="3254935"/>
        <a:ext cx="3909566" cy="441365"/>
      </dsp:txXfrm>
    </dsp:sp>
    <dsp:sp modelId="{C7263D9E-503A-4648-A88F-13F1C11D8B7D}">
      <dsp:nvSpPr>
        <dsp:cNvPr id="0" name=""/>
        <dsp:cNvSpPr/>
      </dsp:nvSpPr>
      <dsp:spPr>
        <a:xfrm>
          <a:off x="3957320" y="3769090"/>
          <a:ext cx="5935980" cy="48911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141DB-117A-4D7B-A661-D572EBEA1D9E}">
      <dsp:nvSpPr>
        <dsp:cNvPr id="0" name=""/>
        <dsp:cNvSpPr/>
      </dsp:nvSpPr>
      <dsp:spPr>
        <a:xfrm>
          <a:off x="0" y="3769090"/>
          <a:ext cx="3957320" cy="489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↓</a:t>
          </a:r>
        </a:p>
      </dsp:txBody>
      <dsp:txXfrm>
        <a:off x="23877" y="3792967"/>
        <a:ext cx="3909566" cy="441365"/>
      </dsp:txXfrm>
    </dsp:sp>
    <dsp:sp modelId="{2E741C14-7262-4CB3-882A-C487ADF8602E}">
      <dsp:nvSpPr>
        <dsp:cNvPr id="0" name=""/>
        <dsp:cNvSpPr/>
      </dsp:nvSpPr>
      <dsp:spPr>
        <a:xfrm>
          <a:off x="3957320" y="4307122"/>
          <a:ext cx="5935980" cy="48911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→ BMI Calculation  → TDEE Calculation</a:t>
          </a:r>
        </a:p>
      </dsp:txBody>
      <dsp:txXfrm>
        <a:off x="3957320" y="4368262"/>
        <a:ext cx="5752560" cy="366839"/>
      </dsp:txXfrm>
    </dsp:sp>
    <dsp:sp modelId="{8F55F802-31F7-4CD6-AC3B-FCA938066E74}">
      <dsp:nvSpPr>
        <dsp:cNvPr id="0" name=""/>
        <dsp:cNvSpPr/>
      </dsp:nvSpPr>
      <dsp:spPr>
        <a:xfrm>
          <a:off x="0" y="4307122"/>
          <a:ext cx="3957320" cy="489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Metric Calculations (Python Logic)</a:t>
          </a:r>
        </a:p>
      </dsp:txBody>
      <dsp:txXfrm>
        <a:off x="23877" y="4330999"/>
        <a:ext cx="3909566" cy="441365"/>
      </dsp:txXfrm>
    </dsp:sp>
    <dsp:sp modelId="{AFFAD043-24FA-4EC5-B7A7-EFAEC09645D5}">
      <dsp:nvSpPr>
        <dsp:cNvPr id="0" name=""/>
        <dsp:cNvSpPr/>
      </dsp:nvSpPr>
      <dsp:spPr>
        <a:xfrm>
          <a:off x="3957320" y="4845153"/>
          <a:ext cx="5935980" cy="48911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EFCCDB-0A7A-40FF-8620-4B4B749F926A}">
      <dsp:nvSpPr>
        <dsp:cNvPr id="0" name=""/>
        <dsp:cNvSpPr/>
      </dsp:nvSpPr>
      <dsp:spPr>
        <a:xfrm>
          <a:off x="0" y="4845153"/>
          <a:ext cx="3957320" cy="489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↓</a:t>
          </a:r>
        </a:p>
      </dsp:txBody>
      <dsp:txXfrm>
        <a:off x="23877" y="4869030"/>
        <a:ext cx="3909566" cy="441365"/>
      </dsp:txXfrm>
    </dsp:sp>
    <dsp:sp modelId="{DB3B0D36-8BE1-41D0-9990-F9C63DABC750}">
      <dsp:nvSpPr>
        <dsp:cNvPr id="0" name=""/>
        <dsp:cNvSpPr/>
      </dsp:nvSpPr>
      <dsp:spPr>
        <a:xfrm>
          <a:off x="3957320" y="5383185"/>
          <a:ext cx="5935980" cy="48911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F6DB9-510D-481D-9F44-1A2D42404484}">
      <dsp:nvSpPr>
        <dsp:cNvPr id="0" name=""/>
        <dsp:cNvSpPr/>
      </dsp:nvSpPr>
      <dsp:spPr>
        <a:xfrm>
          <a:off x="0" y="5383185"/>
          <a:ext cx="3957320" cy="489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Check AI Engine Status</a:t>
          </a:r>
        </a:p>
      </dsp:txBody>
      <dsp:txXfrm>
        <a:off x="23877" y="5407062"/>
        <a:ext cx="3909566" cy="4413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EEB89-524C-DF23-4B9C-22586C8F4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FA62E-334B-6CAE-8F5E-448FD5041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3CB2-39FE-3917-A420-C752CEDC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D079D-5C74-31A9-5E06-FDE14E2D7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B2061-B77C-C4A9-7C53-E1FF31EB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555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DEA1-989B-0028-F5BC-2EC0E4C1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5DE88-4336-A524-A131-73E376E5F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349C-2BB6-31D2-5E68-1C3806454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36E93-C0E2-88EB-E977-54D09AAC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2BC5F-E494-98D5-19BC-17FFE8E2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866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7752-6276-AE24-2689-97E2A4501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D3247-57C1-19DD-B669-EC4101644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0EBE6-801F-8A6B-EB6C-B56BFE4C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55D28-4D9E-6DF1-1D09-14429433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1F7B8-0690-E9AC-D798-0ECA07B9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55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155A-D557-E22D-3AC8-857941600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6307-1C69-6125-CA51-A46A37E35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87DE7-70DA-2D76-0FE2-D20C0321C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02479-AB51-4AAB-EF1F-838810E7F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F7C78-A1A4-BD90-7ADE-8FBD284DF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93105-3E52-CCA4-228D-6FF3EBF2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78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9C38-7968-5A38-BC76-32490D157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D753A-4352-A14B-9E9F-44EEAB216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DCA2C-E483-D4A4-189C-5B69CB366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9F75E3-4BD2-39E5-9B4E-AAF81F2CE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AD352-A14E-6D10-071C-59E973F7E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EFBDE5-02AC-28B3-1F00-D72EB3A4C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5C88C-5EA2-E742-C0B9-0731649B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CC8BEC-BAB9-929C-5640-A7B93EAA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327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08BA-2CD9-3E5B-8B66-2B9DF3C6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A644BE-D77A-6327-C597-88D371C8E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5BB62-F1C9-A24D-646F-B6A9F95B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D1AF0-EE38-7E24-D866-261FD6C7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545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10A22-D10D-92BF-521E-E36075E0B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6B574-EF53-957E-92D4-2EF602D2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41C9F-6B05-587D-F549-110AE864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58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222E-55B1-67CB-B8D2-0F990C7C2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2B194-CC3B-205B-B16F-F3F03BB5B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27F09-0BAF-3F23-BE59-49119225C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F9BEA-35A7-5ACD-D79F-D95D1E94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6C9CF-CCD9-06A9-C26C-0B029B0D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3E64A-289D-2DF5-39EE-BE2CB82F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601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732A-5F25-856C-BE34-4C7E3E65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4B9F-C75C-D220-11D6-DC0914561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9AAD1-4DAC-C12E-25D8-0A3C6032C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C4BE4-4D66-D29D-73F2-3AB02968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FC8E2-8CB2-8EDB-0274-01829462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FB724-5E47-D514-7393-4005536E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289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D6BCB-FBFC-9C9D-F8A1-C9762BB59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3E786-1407-E809-465C-0A9D7FA87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87755-E062-B0E1-1566-F31D44649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2ECAE-A8FE-01C0-8686-96CF2517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D28F3-478E-42D2-082C-037AFDAF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72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D991EE-2105-9F7E-7098-3B923C991A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BE3DC-A9A3-4F7E-BE7D-2DC2ED0D7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022A6-EBDF-D9F1-4554-D599B430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E09C3-C65C-210C-F54C-365AEF6D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85117-ADBB-CA58-C328-7E96A44C4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50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E9A4DC-44F6-C7B3-0404-CFDFCAFB7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578F9-C389-F015-563C-8277E5542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CF36D-08D4-AB02-C071-1072C6545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9F6292-C146-4C8F-B259-2C1DB34B9453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9801A-A0A1-B738-4A63-404F80C09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39BF8-933C-C2C6-C767-9C85D2785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BAD73-A6B6-43E4-B3CA-7EAF813EE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055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C76E9A-8DC9-FA3A-3C94-4BF883392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761053"/>
              </p:ext>
            </p:extLst>
          </p:nvPr>
        </p:nvGraphicFramePr>
        <p:xfrm>
          <a:off x="730360" y="3429000"/>
          <a:ext cx="4898190" cy="200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8190">
                  <a:extLst>
                    <a:ext uri="{9D8B030D-6E8A-4147-A177-3AD203B41FA5}">
                      <a16:colId xmlns:a16="http://schemas.microsoft.com/office/drawing/2014/main" val="745885695"/>
                    </a:ext>
                  </a:extLst>
                </a:gridCol>
              </a:tblGrid>
              <a:tr h="423954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Presented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04904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r>
                        <a:rPr lang="en-IN" b="1" dirty="0"/>
                        <a:t>Shlok Kumar(1251010708)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20697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b="1" dirty="0"/>
                        <a:t>Shivangi Marmat(1251010408)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846343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r>
                        <a:rPr lang="en-IN" b="1" dirty="0"/>
                        <a:t>Vinay </a:t>
                      </a:r>
                      <a:r>
                        <a:rPr lang="en-IN" b="1" dirty="0" err="1"/>
                        <a:t>Shivaponar</a:t>
                      </a:r>
                      <a:r>
                        <a:rPr lang="en-IN" b="1" dirty="0"/>
                        <a:t>(1251010548)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300988"/>
                  </a:ext>
                </a:extLst>
              </a:tr>
              <a:tr h="398498">
                <a:tc>
                  <a:txBody>
                    <a:bodyPr/>
                    <a:lstStyle/>
                    <a:p>
                      <a:r>
                        <a:rPr lang="en-IN" b="1" dirty="0"/>
                        <a:t>Shravani Munde(1251010617)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27658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6853B0-0F6A-347C-3A96-1DAD022B2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609416"/>
              </p:ext>
            </p:extLst>
          </p:nvPr>
        </p:nvGraphicFramePr>
        <p:xfrm>
          <a:off x="6363364" y="3429000"/>
          <a:ext cx="4900568" cy="9031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00568">
                  <a:extLst>
                    <a:ext uri="{9D8B030D-6E8A-4147-A177-3AD203B41FA5}">
                      <a16:colId xmlns:a16="http://schemas.microsoft.com/office/drawing/2014/main" val="577319265"/>
                    </a:ext>
                  </a:extLst>
                </a:gridCol>
              </a:tblGrid>
              <a:tr h="409222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Project Guide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16201"/>
                  </a:ext>
                </a:extLst>
              </a:tr>
              <a:tr h="493888">
                <a:tc>
                  <a:txBody>
                    <a:bodyPr/>
                    <a:lstStyle/>
                    <a:p>
                      <a:r>
                        <a:rPr lang="en-IN" b="1" dirty="0"/>
                        <a:t>Prof</a:t>
                      </a:r>
                      <a:r>
                        <a:rPr lang="en-IN" b="0" dirty="0"/>
                        <a:t>.</a:t>
                      </a:r>
                      <a:r>
                        <a:rPr lang="en-US" sz="1800" b="0" dirty="0"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Minal Barhate</a:t>
                      </a:r>
                      <a:r>
                        <a:rPr lang="en-IN" b="0" dirty="0"/>
                        <a:t> 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16367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586578-364D-FE1A-539D-49F0EFB19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826641"/>
              </p:ext>
            </p:extLst>
          </p:nvPr>
        </p:nvGraphicFramePr>
        <p:xfrm>
          <a:off x="906378" y="5777447"/>
          <a:ext cx="10379243" cy="9172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79243">
                  <a:extLst>
                    <a:ext uri="{9D8B030D-6E8A-4147-A177-3AD203B41FA5}">
                      <a16:colId xmlns:a16="http://schemas.microsoft.com/office/drawing/2014/main" val="880745271"/>
                    </a:ext>
                  </a:extLst>
                </a:gridCol>
              </a:tblGrid>
              <a:tr h="917222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DEPARTMENT OF ENGINEERING SCIENCES AND HUMANITIES (DESH)</a:t>
                      </a:r>
                    </a:p>
                    <a:p>
                      <a:pPr algn="ctr"/>
                      <a:r>
                        <a:rPr lang="en-IN" sz="2000" b="1" dirty="0"/>
                        <a:t>VISHWAKARMA INSTITUTE OF TECHNOLOGY , PUNE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374974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98772CE5-ECB1-32D3-AF17-6FF6571EA033}"/>
              </a:ext>
            </a:extLst>
          </p:cNvPr>
          <p:cNvSpPr txBox="1">
            <a:spLocks/>
          </p:cNvSpPr>
          <p:nvPr/>
        </p:nvSpPr>
        <p:spPr>
          <a:xfrm>
            <a:off x="906378" y="25189"/>
            <a:ext cx="10357554" cy="7913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rgbClr val="0066FF"/>
                </a:solidFill>
              </a:rPr>
              <a:t>APPLIED SCIENCE &amp; ENGINEERING PROJECT 1(ASEP1)-PPT FOR END SEMESTER ASSESMENT - JANUARY 2026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7312367-B8F3-C6C2-9AF3-51AF1C822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496784"/>
              </p:ext>
            </p:extLst>
          </p:nvPr>
        </p:nvGraphicFramePr>
        <p:xfrm>
          <a:off x="702332" y="2623260"/>
          <a:ext cx="10194268" cy="5650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8801">
                  <a:extLst>
                    <a:ext uri="{9D8B030D-6E8A-4147-A177-3AD203B41FA5}">
                      <a16:colId xmlns:a16="http://schemas.microsoft.com/office/drawing/2014/main" val="1040717847"/>
                    </a:ext>
                  </a:extLst>
                </a:gridCol>
                <a:gridCol w="2594859">
                  <a:extLst>
                    <a:ext uri="{9D8B030D-6E8A-4147-A177-3AD203B41FA5}">
                      <a16:colId xmlns:a16="http://schemas.microsoft.com/office/drawing/2014/main" val="2888077267"/>
                    </a:ext>
                  </a:extLst>
                </a:gridCol>
                <a:gridCol w="2594859">
                  <a:extLst>
                    <a:ext uri="{9D8B030D-6E8A-4147-A177-3AD203B41FA5}">
                      <a16:colId xmlns:a16="http://schemas.microsoft.com/office/drawing/2014/main" val="3737251167"/>
                    </a:ext>
                  </a:extLst>
                </a:gridCol>
                <a:gridCol w="2335749">
                  <a:extLst>
                    <a:ext uri="{9D8B030D-6E8A-4147-A177-3AD203B41FA5}">
                      <a16:colId xmlns:a16="http://schemas.microsoft.com/office/drawing/2014/main" val="2689485816"/>
                    </a:ext>
                  </a:extLst>
                </a:gridCol>
              </a:tblGrid>
              <a:tr h="565081">
                <a:tc>
                  <a:txBody>
                    <a:bodyPr/>
                    <a:lstStyle/>
                    <a:p>
                      <a:r>
                        <a:rPr lang="en-IN" sz="2400" b="1" dirty="0"/>
                        <a:t>Div:- AI&amp;DS-F</a:t>
                      </a:r>
                      <a:endParaRPr lang="en-IN" sz="2400" b="1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ASEP1_GROUP NO :- 10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Day :- 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Date :-17/01/2026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77309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FFECEA-D45F-BF4D-909A-2AD6C5DB0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997519"/>
              </p:ext>
            </p:extLst>
          </p:nvPr>
        </p:nvGraphicFramePr>
        <p:xfrm>
          <a:off x="696938" y="752035"/>
          <a:ext cx="10203210" cy="2436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03210">
                  <a:extLst>
                    <a:ext uri="{9D8B030D-6E8A-4147-A177-3AD203B41FA5}">
                      <a16:colId xmlns:a16="http://schemas.microsoft.com/office/drawing/2014/main" val="2963970958"/>
                    </a:ext>
                  </a:extLst>
                </a:gridCol>
              </a:tblGrid>
              <a:tr h="8888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b="1" dirty="0"/>
                        <a:t>ASEP PROJECT 1_TITLE :-</a:t>
                      </a:r>
                      <a:r>
                        <a:rPr lang="en-US" sz="3600" b="1" u="none" dirty="0"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Personalized Workout &amp; Diet Planner</a:t>
                      </a:r>
                      <a:endParaRPr lang="en-IN" sz="3600" b="1" u="none" dirty="0"/>
                    </a:p>
                    <a:p>
                      <a:endParaRPr lang="en-IN" sz="3600" b="1" u="none" dirty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72011"/>
                  </a:ext>
                </a:extLst>
              </a:tr>
              <a:tr h="69894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415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06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6C56DA-77EF-AB81-DF30-4F22400BBF51}"/>
              </a:ext>
            </a:extLst>
          </p:cNvPr>
          <p:cNvSpPr txBox="1"/>
          <p:nvPr/>
        </p:nvSpPr>
        <p:spPr>
          <a:xfrm>
            <a:off x="3341914" y="465918"/>
            <a:ext cx="6096000" cy="536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240"/>
              </a:lnSpc>
              <a:buNone/>
            </a:pPr>
            <a:r>
              <a:rPr lang="en-US" sz="400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40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667EF-B81F-8E4B-F3F5-9ED502F94382}"/>
              </a:ext>
            </a:extLst>
          </p:cNvPr>
          <p:cNvSpPr txBox="1"/>
          <p:nvPr/>
        </p:nvSpPr>
        <p:spPr>
          <a:xfrm>
            <a:off x="524328" y="2215133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43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Individual metabolism differences</a:t>
            </a:r>
          </a:p>
          <a:p>
            <a:pPr marL="285750" indent="-285750">
              <a:lnSpc>
                <a:spcPts val="2430"/>
              </a:lnSpc>
              <a:buSzPct val="100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ts val="243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Fitness levels and health conditions</a:t>
            </a:r>
          </a:p>
          <a:p>
            <a:pPr marL="285750" indent="-285750">
              <a:lnSpc>
                <a:spcPts val="2430"/>
              </a:lnSpc>
              <a:buSzPct val="100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ts val="243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Personal dietary preferences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311083-7017-16B3-EC52-66D1FA493AE5}"/>
              </a:ext>
            </a:extLst>
          </p:cNvPr>
          <p:cNvSpPr txBox="1"/>
          <p:nvPr/>
        </p:nvSpPr>
        <p:spPr>
          <a:xfrm>
            <a:off x="524328" y="4090070"/>
            <a:ext cx="9013372" cy="5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890"/>
              </a:lnSpc>
              <a:buNone/>
            </a:pP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This 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 to low adherence, poor results,</a:t>
            </a:r>
          </a:p>
          <a:p>
            <a:pPr marL="0" indent="0">
              <a:lnSpc>
                <a:spcPts val="1890"/>
              </a:lnSpc>
              <a:buNone/>
            </a:pP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 and potential health risks.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FF258-B5F3-10E4-C04D-944B878726B9}"/>
              </a:ext>
            </a:extLst>
          </p:cNvPr>
          <p:cNvSpPr txBox="1"/>
          <p:nvPr/>
        </p:nvSpPr>
        <p:spPr>
          <a:xfrm>
            <a:off x="524328" y="1634910"/>
            <a:ext cx="10689771" cy="336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890"/>
              </a:lnSpc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 fitness and diet plans are </a:t>
            </a: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generic and one-size-fits-all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, failing to account for:</a:t>
            </a:r>
            <a:endParaRPr lang="en-US" sz="1800" dirty="0"/>
          </a:p>
        </p:txBody>
      </p:sp>
      <p:pic>
        <p:nvPicPr>
          <p:cNvPr id="11" name="Google Shape;94;p1">
            <a:extLst>
              <a:ext uri="{FF2B5EF4-FFF2-40B4-BE49-F238E27FC236}">
                <a16:creationId xmlns:a16="http://schemas.microsoft.com/office/drawing/2014/main" id="{F4500B9F-9B5B-D09A-A184-C3E36DB80F1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018" y="192802"/>
            <a:ext cx="1053954" cy="114614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2A1A36-6FFA-093D-AD82-02121FB8338C}"/>
              </a:ext>
            </a:extLst>
          </p:cNvPr>
          <p:cNvSpPr txBox="1"/>
          <p:nvPr/>
        </p:nvSpPr>
        <p:spPr>
          <a:xfrm>
            <a:off x="2960913" y="6522118"/>
            <a:ext cx="6096000" cy="29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ASEP Project - VIT Pune, DESH Department</a:t>
            </a:r>
            <a:endParaRPr lang="en-US" sz="1800" dirty="0">
              <a:solidFill>
                <a:srgbClr val="00B0F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BAEA77-BEA2-6A02-AFA4-609A429FE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380" y="2267379"/>
            <a:ext cx="5662520" cy="377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23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5148D1-A143-B96C-CB94-28F144E62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082372"/>
              </p:ext>
            </p:extLst>
          </p:nvPr>
        </p:nvGraphicFramePr>
        <p:xfrm>
          <a:off x="254000" y="127000"/>
          <a:ext cx="11684000" cy="6359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125">
                  <a:extLst>
                    <a:ext uri="{9D8B030D-6E8A-4147-A177-3AD203B41FA5}">
                      <a16:colId xmlns:a16="http://schemas.microsoft.com/office/drawing/2014/main" val="844369732"/>
                    </a:ext>
                  </a:extLst>
                </a:gridCol>
                <a:gridCol w="2023570">
                  <a:extLst>
                    <a:ext uri="{9D8B030D-6E8A-4147-A177-3AD203B41FA5}">
                      <a16:colId xmlns:a16="http://schemas.microsoft.com/office/drawing/2014/main" val="3188231884"/>
                    </a:ext>
                  </a:extLst>
                </a:gridCol>
                <a:gridCol w="1603441">
                  <a:extLst>
                    <a:ext uri="{9D8B030D-6E8A-4147-A177-3AD203B41FA5}">
                      <a16:colId xmlns:a16="http://schemas.microsoft.com/office/drawing/2014/main" val="1049905153"/>
                    </a:ext>
                  </a:extLst>
                </a:gridCol>
                <a:gridCol w="1019241">
                  <a:extLst>
                    <a:ext uri="{9D8B030D-6E8A-4147-A177-3AD203B41FA5}">
                      <a16:colId xmlns:a16="http://schemas.microsoft.com/office/drawing/2014/main" val="1880244432"/>
                    </a:ext>
                  </a:extLst>
                </a:gridCol>
                <a:gridCol w="6351623">
                  <a:extLst>
                    <a:ext uri="{9D8B030D-6E8A-4147-A177-3AD203B41FA5}">
                      <a16:colId xmlns:a16="http://schemas.microsoft.com/office/drawing/2014/main" val="3346893137"/>
                    </a:ext>
                  </a:extLst>
                </a:gridCol>
              </a:tblGrid>
              <a:tr h="614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 Summary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999997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ML-Based Fitness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Chen &amp; Wang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2025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Proposes machine learning models to personalize fitness recommendations using user activity data and performance metrics for improved accuracy.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21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AI Nutrition Recommendation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Papastratis</a:t>
                      </a:r>
                      <a:r>
                        <a:rPr lang="en-IN" dirty="0"/>
                        <a:t> et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Focuses on AI-driven dietary recommendations using user preferences and health parameters to generate adaptive nutrition plans.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160847"/>
                  </a:ext>
                </a:extLst>
              </a:tr>
              <a:tr h="614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Genetic Insights in Fitness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Singar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Explores how genetic data can be integrated into fitness and diet systems to provide highly personalized health insights.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54022"/>
                  </a:ext>
                </a:extLst>
              </a:tr>
              <a:tr h="878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Knowledge Graph Systems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Xu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Uses knowledge graphs to model complex relationships between food, nutrition, and health data for intelligent recommendation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287269"/>
                  </a:ext>
                </a:extLst>
              </a:tr>
              <a:tr h="878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Sequential Fitness Recommendation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Abdullah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2021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Introduces sequential models that adapt workout plans over time based on user progress and behavior patterns.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905535"/>
                  </a:ext>
                </a:extLst>
              </a:tr>
              <a:tr h="1379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Diet Recommendation System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Swati Jadhav,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Presents a complete SDLC-based implementation of a diet recommendation system using user activity data and rule-based logic.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137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812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286305-D0B9-5563-A2E8-863054F8A21B}"/>
              </a:ext>
            </a:extLst>
          </p:cNvPr>
          <p:cNvSpPr txBox="1"/>
          <p:nvPr/>
        </p:nvSpPr>
        <p:spPr>
          <a:xfrm>
            <a:off x="2568484" y="614898"/>
            <a:ext cx="609600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00CCFDA-7421-20C5-5968-E24FC05C9435}"/>
              </a:ext>
            </a:extLst>
          </p:cNvPr>
          <p:cNvSpPr/>
          <p:nvPr/>
        </p:nvSpPr>
        <p:spPr>
          <a:xfrm>
            <a:off x="2221230" y="1428948"/>
            <a:ext cx="7620000" cy="2000052"/>
          </a:xfrm>
          <a:prstGeom prst="rect">
            <a:avLst/>
          </a:pr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Collect and preprocess health, fitness, and nutritional data</a:t>
            </a:r>
            <a:endParaRPr lang="en-US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Develop ML recommendation system for exercises and meal plans</a:t>
            </a:r>
            <a:endParaRPr lang="en-US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Build constraint optimization model for macronutrient balance</a:t>
            </a:r>
            <a:endParaRPr lang="en-US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Create user-friendly interface for tracking and dynamic updates</a:t>
            </a:r>
            <a:endParaRPr lang="en-US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Evaluate system using accuracy, safety, and user satisfaction metrics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3774FF-4F43-1335-AD16-00A15AC1CB49}"/>
              </a:ext>
            </a:extLst>
          </p:cNvPr>
          <p:cNvSpPr txBox="1"/>
          <p:nvPr/>
        </p:nvSpPr>
        <p:spPr>
          <a:xfrm>
            <a:off x="4245972" y="3308987"/>
            <a:ext cx="457200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240"/>
              </a:lnSpc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E97BF-F128-69BD-51A6-EE9E8E0C9EB8}"/>
              </a:ext>
            </a:extLst>
          </p:cNvPr>
          <p:cNvSpPr txBox="1"/>
          <p:nvPr/>
        </p:nvSpPr>
        <p:spPr>
          <a:xfrm>
            <a:off x="2221230" y="4016569"/>
            <a:ext cx="7749540" cy="1615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Data Collection: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USDA repositories and open-source health datasets</a:t>
            </a:r>
            <a:endParaRPr lang="en-US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Preprocessing: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Feature normalization and categorical encoding</a:t>
            </a:r>
            <a:endParaRPr lang="en-US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Model Development: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ML recommendation engine and linear programming optimization</a:t>
            </a:r>
            <a:endParaRPr lang="en-US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Evaluation: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Integration testing for safety, feasibility, and accuracy</a:t>
            </a:r>
            <a:endParaRPr lang="en-US" dirty="0"/>
          </a:p>
        </p:txBody>
      </p:sp>
      <p:pic>
        <p:nvPicPr>
          <p:cNvPr id="9" name="Google Shape;94;p1">
            <a:extLst>
              <a:ext uri="{FF2B5EF4-FFF2-40B4-BE49-F238E27FC236}">
                <a16:creationId xmlns:a16="http://schemas.microsoft.com/office/drawing/2014/main" id="{D453C9BD-2CAF-8FB6-55B5-0514183AD58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018" y="192802"/>
            <a:ext cx="1053954" cy="114614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ACBB6C-212C-FE06-1987-FDE6449455FA}"/>
              </a:ext>
            </a:extLst>
          </p:cNvPr>
          <p:cNvSpPr txBox="1"/>
          <p:nvPr/>
        </p:nvSpPr>
        <p:spPr>
          <a:xfrm>
            <a:off x="2721972" y="6559970"/>
            <a:ext cx="6096000" cy="29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ASEP Project - VIT Pune, DESH Department</a:t>
            </a:r>
            <a:endParaRPr lang="en-US" sz="1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834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003998-A7CB-6A13-8E83-342F77FC15F1}"/>
              </a:ext>
            </a:extLst>
          </p:cNvPr>
          <p:cNvSpPr txBox="1"/>
          <p:nvPr/>
        </p:nvSpPr>
        <p:spPr>
          <a:xfrm>
            <a:off x="3418113" y="843219"/>
            <a:ext cx="6096000" cy="48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3240"/>
              </a:lnSpc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Plan Configuration System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F5E22-2EC6-B896-30B4-7FC7686B60F4}"/>
              </a:ext>
            </a:extLst>
          </p:cNvPr>
          <p:cNvSpPr txBox="1"/>
          <p:nvPr/>
        </p:nvSpPr>
        <p:spPr>
          <a:xfrm>
            <a:off x="642257" y="1504152"/>
            <a:ext cx="10145486" cy="4881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800" b="1" dirty="0"/>
              <a:t>1. Data Collection </a:t>
            </a:r>
            <a:r>
              <a:rPr lang="en-US" sz="1800" dirty="0"/>
              <a:t>: User inputs such as age, gender, weight, height, activity level, and fitness goals are collected through the web </a:t>
            </a:r>
            <a:r>
              <a:rPr lang="en-US" sz="1800" dirty="0" err="1"/>
              <a:t>interface.Datasets</a:t>
            </a:r>
            <a:r>
              <a:rPr lang="en-US" sz="1800" dirty="0"/>
              <a:t> related to nutrition and workouts are stored in a structured database.</a:t>
            </a:r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endParaRPr lang="en-US" sz="1800" b="1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800" b="1" dirty="0"/>
              <a:t>2. Data Processing </a:t>
            </a:r>
            <a:r>
              <a:rPr lang="en-US" sz="1800" dirty="0"/>
              <a:t>: Python classes handle data flow and logic </a:t>
            </a:r>
            <a:r>
              <a:rPr lang="en-US" sz="1800" dirty="0" err="1"/>
              <a:t>implementation.Pandas</a:t>
            </a:r>
            <a:r>
              <a:rPr lang="en-US" sz="1800" dirty="0"/>
              <a:t> is used for data cleaning, filtering, and </a:t>
            </a:r>
            <a:r>
              <a:rPr lang="en-US" sz="1800" dirty="0" err="1"/>
              <a:t>transformation.Relevant</a:t>
            </a:r>
            <a:r>
              <a:rPr lang="en-US" sz="1800" dirty="0"/>
              <a:t> features are selected to improve accuracy and efficiency.</a:t>
            </a:r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800" b="1" dirty="0"/>
              <a:t>3. Model &amp; Recommendation </a:t>
            </a:r>
            <a:r>
              <a:rPr lang="en-US" sz="1800" dirty="0"/>
              <a:t>: </a:t>
            </a:r>
            <a:r>
              <a:rPr lang="en-US" sz="1800" dirty="0" err="1"/>
              <a:t>EngineScikit</a:t>
            </a:r>
            <a:r>
              <a:rPr lang="en-US" sz="1800" dirty="0"/>
              <a:t>-learn is used to build and apply machine learning </a:t>
            </a:r>
            <a:r>
              <a:rPr lang="en-US" sz="1800" dirty="0" err="1"/>
              <a:t>models.The</a:t>
            </a:r>
            <a:r>
              <a:rPr lang="en-US" sz="1800" dirty="0"/>
              <a:t> model analyzes user data and predicts suitable diet plans and workout </a:t>
            </a:r>
            <a:r>
              <a:rPr lang="en-US" sz="1800" dirty="0" err="1"/>
              <a:t>routines.Recommendations</a:t>
            </a:r>
            <a:r>
              <a:rPr lang="en-US" sz="1800" dirty="0"/>
              <a:t> are generated dynamically based on user goals.</a:t>
            </a:r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endParaRPr lang="en-US" sz="1800" b="1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800" b="1" dirty="0"/>
              <a:t>4. Plan Generation </a:t>
            </a:r>
            <a:r>
              <a:rPr lang="en-US" sz="1800" dirty="0"/>
              <a:t>:The system combines model outputs with predefined rules to </a:t>
            </a:r>
            <a:r>
              <a:rPr lang="en-US" sz="1800" dirty="0" err="1"/>
              <a:t>generate:Personalized</a:t>
            </a:r>
            <a:r>
              <a:rPr lang="en-US" sz="1800" dirty="0"/>
              <a:t> diet </a:t>
            </a:r>
            <a:r>
              <a:rPr lang="en-US" sz="1800" dirty="0" err="1"/>
              <a:t>plansCustomized</a:t>
            </a:r>
            <a:r>
              <a:rPr lang="en-US" sz="1800" dirty="0"/>
              <a:t> workout schedules.</a:t>
            </a:r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800" b="1" dirty="0"/>
              <a:t>5. Output &amp; Display </a:t>
            </a:r>
            <a:r>
              <a:rPr lang="en-US" sz="1800" dirty="0"/>
              <a:t>:The final plan is displayed on the web interface in a clean and user-friendly </a:t>
            </a:r>
            <a:r>
              <a:rPr lang="en-US" sz="1800" dirty="0" err="1"/>
              <a:t>format.Results</a:t>
            </a:r>
            <a:r>
              <a:rPr lang="en-US" sz="1800" dirty="0"/>
              <a:t> are easy to understand and actionable for user</a:t>
            </a:r>
          </a:p>
        </p:txBody>
      </p:sp>
      <p:pic>
        <p:nvPicPr>
          <p:cNvPr id="10" name="Google Shape;94;p1">
            <a:extLst>
              <a:ext uri="{FF2B5EF4-FFF2-40B4-BE49-F238E27FC236}">
                <a16:creationId xmlns:a16="http://schemas.microsoft.com/office/drawing/2014/main" id="{1C637663-4AAD-16C0-6FC9-14275FEB35A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80" y="0"/>
            <a:ext cx="1053954" cy="114614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67D9E6-3F4D-F0E7-E362-92F7141F97AD}"/>
              </a:ext>
            </a:extLst>
          </p:cNvPr>
          <p:cNvSpPr txBox="1"/>
          <p:nvPr/>
        </p:nvSpPr>
        <p:spPr>
          <a:xfrm>
            <a:off x="2819400" y="6559970"/>
            <a:ext cx="6096000" cy="29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ASEP Project - VIT Pune, DESH Department</a:t>
            </a:r>
            <a:endParaRPr lang="en-US" sz="1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676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DDD08AA-86BA-002E-5C09-FFAC7B1141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0342276"/>
              </p:ext>
            </p:extLst>
          </p:nvPr>
        </p:nvGraphicFramePr>
        <p:xfrm>
          <a:off x="1511299" y="491413"/>
          <a:ext cx="9893301" cy="5875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Google Shape;94;p1">
            <a:extLst>
              <a:ext uri="{FF2B5EF4-FFF2-40B4-BE49-F238E27FC236}">
                <a16:creationId xmlns:a16="http://schemas.microsoft.com/office/drawing/2014/main" id="{750CAF41-75FF-A2CB-B60B-57A1FAD8DC2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4104" y="174172"/>
            <a:ext cx="1053954" cy="11461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295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88D1DD-19C0-E090-6A80-06286C85AA09}"/>
              </a:ext>
            </a:extLst>
          </p:cNvPr>
          <p:cNvSpPr txBox="1"/>
          <p:nvPr/>
        </p:nvSpPr>
        <p:spPr>
          <a:xfrm>
            <a:off x="2046513" y="2412163"/>
            <a:ext cx="80445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Kinetic AI successfully demonstrates the power of 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AI in the health sector.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It provides a cost-effective, private, and localized solution for fitness tracking.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1E6B0-9B7C-705F-85AC-C040B1F86170}"/>
              </a:ext>
            </a:extLst>
          </p:cNvPr>
          <p:cNvSpPr txBox="1"/>
          <p:nvPr/>
        </p:nvSpPr>
        <p:spPr>
          <a:xfrm>
            <a:off x="2046513" y="1371991"/>
            <a:ext cx="8828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Conclusion: Health Impact &amp; Vision</a:t>
            </a:r>
            <a:endParaRPr lang="en-IN" sz="3600" dirty="0"/>
          </a:p>
        </p:txBody>
      </p:sp>
      <p:pic>
        <p:nvPicPr>
          <p:cNvPr id="7" name="Google Shape;94;p1">
            <a:extLst>
              <a:ext uri="{FF2B5EF4-FFF2-40B4-BE49-F238E27FC236}">
                <a16:creationId xmlns:a16="http://schemas.microsoft.com/office/drawing/2014/main" id="{D65FD6B3-CA56-D3DF-F41E-A0CDCCC5B5A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018" y="192802"/>
            <a:ext cx="1053954" cy="114614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EDCA1F-0F79-A753-4D09-309BC84C6899}"/>
              </a:ext>
            </a:extLst>
          </p:cNvPr>
          <p:cNvSpPr txBox="1"/>
          <p:nvPr/>
        </p:nvSpPr>
        <p:spPr>
          <a:xfrm>
            <a:off x="3265714" y="6380599"/>
            <a:ext cx="6096000" cy="29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ASEP Project - VIT Pune, DESH Department</a:t>
            </a:r>
            <a:endParaRPr lang="en-US" sz="1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19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8AD386-F3A4-1B54-1C26-C26F6B879B18}"/>
              </a:ext>
            </a:extLst>
          </p:cNvPr>
          <p:cNvSpPr txBox="1"/>
          <p:nvPr/>
        </p:nvSpPr>
        <p:spPr>
          <a:xfrm>
            <a:off x="2895600" y="767834"/>
            <a:ext cx="7302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User Interface and Generated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8832BB-22DF-E30D-264C-55617C2A2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0" t="546" r="10369" b="-272"/>
          <a:stretch>
            <a:fillRect/>
          </a:stretch>
        </p:blipFill>
        <p:spPr>
          <a:xfrm>
            <a:off x="495300" y="1955800"/>
            <a:ext cx="5473700" cy="448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E97415-E91B-C0E9-F94E-5BC0823351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86" t="1495" r="13147" b="1943"/>
          <a:stretch>
            <a:fillRect/>
          </a:stretch>
        </p:blipFill>
        <p:spPr>
          <a:xfrm>
            <a:off x="6375400" y="1955800"/>
            <a:ext cx="5232400" cy="4483100"/>
          </a:xfrm>
          <a:prstGeom prst="rect">
            <a:avLst/>
          </a:prstGeom>
        </p:spPr>
      </p:pic>
      <p:pic>
        <p:nvPicPr>
          <p:cNvPr id="6" name="Google Shape;94;p1">
            <a:extLst>
              <a:ext uri="{FF2B5EF4-FFF2-40B4-BE49-F238E27FC236}">
                <a16:creationId xmlns:a16="http://schemas.microsoft.com/office/drawing/2014/main" id="{2BE3B1C6-2419-4743-E3DC-F396A6E74A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104" y="174172"/>
            <a:ext cx="1053954" cy="11461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21D9BF-6E7B-D7A6-FD9E-D4EA85344EBF}"/>
              </a:ext>
            </a:extLst>
          </p:cNvPr>
          <p:cNvSpPr txBox="1"/>
          <p:nvPr/>
        </p:nvSpPr>
        <p:spPr>
          <a:xfrm>
            <a:off x="3327400" y="6559970"/>
            <a:ext cx="6096000" cy="29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ASEP Project - VIT Pune, DESH Department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87742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2B6924-7509-B664-2CCE-FD6399209247}"/>
              </a:ext>
            </a:extLst>
          </p:cNvPr>
          <p:cNvSpPr txBox="1"/>
          <p:nvPr/>
        </p:nvSpPr>
        <p:spPr>
          <a:xfrm>
            <a:off x="3942442" y="1162824"/>
            <a:ext cx="6096000" cy="51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40"/>
              </a:lnSpc>
            </a:pPr>
            <a:r>
              <a:rPr lang="en-US" sz="3200" b="1" dirty="0"/>
              <a:t>FUTURE SCOPE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00F6C-46AB-DDE5-1A88-FFAB7F799AFC}"/>
              </a:ext>
            </a:extLst>
          </p:cNvPr>
          <p:cNvSpPr txBox="1"/>
          <p:nvPr/>
        </p:nvSpPr>
        <p:spPr>
          <a:xfrm>
            <a:off x="2469242" y="1990131"/>
            <a:ext cx="88283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Integration with wearable fitness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Progress tracking and feedback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Mobile application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A00CD4-1BAB-D7D6-8796-291482E4A52C}"/>
              </a:ext>
            </a:extLst>
          </p:cNvPr>
          <p:cNvSpPr txBox="1"/>
          <p:nvPr/>
        </p:nvSpPr>
        <p:spPr>
          <a:xfrm>
            <a:off x="2469242" y="4242635"/>
            <a:ext cx="807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Accurate and reliable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Scalable architecture for future enhancements</a:t>
            </a:r>
          </a:p>
        </p:txBody>
      </p:sp>
      <p:pic>
        <p:nvPicPr>
          <p:cNvPr id="8" name="Google Shape;94;p1">
            <a:extLst>
              <a:ext uri="{FF2B5EF4-FFF2-40B4-BE49-F238E27FC236}">
                <a16:creationId xmlns:a16="http://schemas.microsoft.com/office/drawing/2014/main" id="{9FBBEFEA-3A28-0D93-0C93-24E3164843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018" y="192802"/>
            <a:ext cx="1053954" cy="114614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589221-F42D-52CC-AA1F-FBFFF07EBA19}"/>
              </a:ext>
            </a:extLst>
          </p:cNvPr>
          <p:cNvSpPr txBox="1"/>
          <p:nvPr/>
        </p:nvSpPr>
        <p:spPr>
          <a:xfrm>
            <a:off x="2832100" y="6559970"/>
            <a:ext cx="6096000" cy="29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ASEP Project - VIT Pune, DESH Department</a:t>
            </a:r>
            <a:endParaRPr lang="en-US" sz="1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670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52EC02-7E7D-1F1A-776D-5FE933178273}"/>
              </a:ext>
            </a:extLst>
          </p:cNvPr>
          <p:cNvSpPr/>
          <p:nvPr/>
        </p:nvSpPr>
        <p:spPr>
          <a:xfrm>
            <a:off x="2495892" y="3187700"/>
            <a:ext cx="7200215" cy="92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8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800" dirty="0">
              <a:solidFill>
                <a:srgbClr val="00B0F0"/>
              </a:solidFill>
            </a:endParaRPr>
          </a:p>
        </p:txBody>
      </p:sp>
      <p:pic>
        <p:nvPicPr>
          <p:cNvPr id="5" name="Google Shape;94;p1">
            <a:extLst>
              <a:ext uri="{FF2B5EF4-FFF2-40B4-BE49-F238E27FC236}">
                <a16:creationId xmlns:a16="http://schemas.microsoft.com/office/drawing/2014/main" id="{734DB8AB-DD42-813D-9F98-F01026CA469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018" y="192802"/>
            <a:ext cx="1053954" cy="11461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119B2D-17BB-6D92-A623-F8CBC2500138}"/>
              </a:ext>
            </a:extLst>
          </p:cNvPr>
          <p:cNvSpPr txBox="1"/>
          <p:nvPr/>
        </p:nvSpPr>
        <p:spPr>
          <a:xfrm>
            <a:off x="3048000" y="6429585"/>
            <a:ext cx="6096000" cy="29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ASEP Project - VIT Pune, DESH Department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3D9D74-46A1-431D-844B-D490EABE18C8}"/>
              </a:ext>
            </a:extLst>
          </p:cNvPr>
          <p:cNvSpPr txBox="1"/>
          <p:nvPr/>
        </p:nvSpPr>
        <p:spPr>
          <a:xfrm>
            <a:off x="187018" y="63212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Date:17/1/2026</a:t>
            </a:r>
          </a:p>
        </p:txBody>
      </p:sp>
    </p:spTree>
    <p:extLst>
      <p:ext uri="{BB962C8B-B14F-4D97-AF65-F5344CB8AC3E}">
        <p14:creationId xmlns:p14="http://schemas.microsoft.com/office/powerpoint/2010/main" val="1276731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745</Words>
  <Application>Microsoft Office PowerPoint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shivangi marmat</dc:creator>
  <cp:lastModifiedBy>shivangi marmat</cp:lastModifiedBy>
  <cp:revision>2</cp:revision>
  <dcterms:created xsi:type="dcterms:W3CDTF">2026-01-16T16:32:29Z</dcterms:created>
  <dcterms:modified xsi:type="dcterms:W3CDTF">2026-01-16T17:39:35Z</dcterms:modified>
</cp:coreProperties>
</file>